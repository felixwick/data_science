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6" r:id="rId4"/>
    <p:sldId id="259" r:id="rId5"/>
    <p:sldId id="263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F9A461-4D65-3E01-AB51-28DA0F595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AEBD5FD-65C0-FBFF-4F26-AE8538A8D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473A40-5C6D-AA9A-9820-698337734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E69CD3-EBA9-2F75-B465-645B4EAA9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17A09B-0A57-EFDD-3840-23592ED41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4445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8D548F-7F46-D525-0350-1872DC10D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D679AA-CA15-5A36-0166-BA0B00752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9A3F89-77B0-C754-1987-D37761A45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47DC22-1E20-E8EB-A409-7E602DD1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B2BD64-0EFE-16CD-F08D-5A6F7505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0228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5D829A-4290-307B-6794-3509BB13A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3F695E-FF84-FA8E-AF1A-53C9A0C8B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6F0CA3-16B7-8A89-B019-4E49AD364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A9C37C-6490-FFDE-B2E2-F16C367FC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83A87A-5AEB-CA61-85ED-1ECF17E76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4052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404411-A3C3-6241-675F-CBCD05A23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E1F90D-8932-23E1-F14C-B556B0172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3B3A480-2BD6-A9B9-AD4F-65291BC11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A3F4CFE-1047-16FA-904F-A242C95E9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D82FA5-76B0-97B3-9062-C896EDF73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04C1708-684D-2D68-62A7-E12244C7C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5051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56CE5F-5B17-6DB6-B873-28A130E81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60513C-AA08-2771-80F9-39E893179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A4FBFB9-0E15-CA57-E01F-8C0201944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C710684-B7F1-81A0-C8D3-6D8C3358CA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67E6F2C-FBD5-51CC-1877-FC5FFE25E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6FA591-F181-1855-E17F-6E067D5CF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B902F60-A7E2-789F-1145-27E84EA62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C410E19-B044-E750-20D0-BCFFE735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1049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B660AE-5772-A20A-4E27-C89C8E8E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C34B2DD-3F4B-9A21-D26D-54688B094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91ED62B-724F-883F-A2EC-B3493E23B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6490CD1-ACAC-B153-F7AB-102F599AD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209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A471F4D-0A6C-AF38-019A-5A7BA7482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88E09D1-3554-AD21-89C4-658BC1BC6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47450E-8A55-0FE8-BDE2-FAB6EA36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8389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376B57-A2E9-A218-CDD1-FF5396A2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0C8906-0238-A182-1D11-112002626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091195B-3321-9BEE-0A2D-4387F2BE6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FC73B3-40EB-EB4B-C0D3-A2417228D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9AF4442-D2ED-0EDF-06F1-7570F118F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C62DA7A-E6A5-C710-744E-02278F082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0674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D2FD9B-C244-D9AC-17C8-A31DC3651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882A1C9-B073-3118-AD3A-C720BD7935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B06E76-D653-8BB6-7CB2-6878C47F7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D9045F8-5ED3-86F0-E1A8-B3A7BFE92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0B6FEF-62AC-1412-68A4-8483100D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996012-19FB-6A25-4EE2-2582B6006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5830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E3B53-C94D-6D61-31D6-44B7DD3EC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82740C5-3310-1937-5A1C-0C9F83C77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E42102-D9AE-6975-F017-9D74DD67A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509527-63DC-93AA-263E-AA510DDE8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15AA94-0A33-2D80-4EA4-8DAC067AB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9664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824D8B6-7E97-A2DE-F30A-5EE043C88C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BDFA4B3-24EE-4376-4207-35F97E669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C52DEA-D7D7-E895-0C04-32349270A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290511-6639-633D-1434-3DB160255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913C44-446F-E5CE-5C21-FD75517F2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342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86A33CD-11BA-1033-F06D-7EFC56603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008C08-D7D0-E8A2-9E05-777592CE1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470A30-5F0F-BC4F-40BE-B14719CBA4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113B34-4FDE-7B70-1DE4-B46EE26F3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7854D9-A803-B30B-6D40-E594F9CF6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955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dataset/2/adul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mohankrishnathalla/diabetes-health-indicators-dataset/dat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mpetitions/child-mind-institute-problematic-internet-us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043B5C9-5700-A999-8016-F284CB05DA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Assignment</a:t>
            </a:r>
            <a:r>
              <a:rPr lang="de-DE" dirty="0"/>
              <a:t> 1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1F64C4D2-B573-8603-7A89-6B67270387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EDA + Clustering + Feature Engineering + ML + Model Evaluation</a:t>
            </a:r>
          </a:p>
        </p:txBody>
      </p:sp>
    </p:spTree>
    <p:extLst>
      <p:ext uri="{BB962C8B-B14F-4D97-AF65-F5344CB8AC3E}">
        <p14:creationId xmlns:p14="http://schemas.microsoft.com/office/powerpoint/2010/main" val="2081204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818E66-F90B-1E8F-9069-243F09657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Tasks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9A3706-2A03-A7DF-BE01-4A590E9F8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EDA </a:t>
            </a:r>
            <a:r>
              <a:rPr lang="de-DE" dirty="0" err="1"/>
              <a:t>report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interpretation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Do </a:t>
            </a:r>
            <a:r>
              <a:rPr lang="de-DE" dirty="0" err="1"/>
              <a:t>unsupervised</a:t>
            </a:r>
            <a:r>
              <a:rPr lang="de-DE" dirty="0"/>
              <a:t> </a:t>
            </a:r>
            <a:r>
              <a:rPr lang="de-DE" dirty="0" err="1"/>
              <a:t>clusters</a:t>
            </a:r>
            <a:r>
              <a:rPr lang="de-DE" dirty="0"/>
              <a:t> </a:t>
            </a:r>
            <a:r>
              <a:rPr lang="de-DE" dirty="0" err="1"/>
              <a:t>align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supervised</a:t>
            </a:r>
            <a:r>
              <a:rPr lang="de-DE" dirty="0"/>
              <a:t> </a:t>
            </a:r>
            <a:r>
              <a:rPr lang="de-DE" dirty="0" err="1"/>
              <a:t>labels</a:t>
            </a:r>
            <a:r>
              <a:rPr lang="de-DE" dirty="0"/>
              <a:t>?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Compare</a:t>
            </a:r>
            <a:r>
              <a:rPr lang="de-DE" dirty="0"/>
              <a:t> different ML </a:t>
            </a:r>
            <a:r>
              <a:rPr lang="de-DE" dirty="0" err="1"/>
              <a:t>algorithms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Compare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raw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 and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engineered</a:t>
            </a:r>
            <a:r>
              <a:rPr lang="de-DE" dirty="0"/>
              <a:t> </a:t>
            </a:r>
            <a:r>
              <a:rPr lang="de-DE" dirty="0" err="1"/>
              <a:t>features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Detailed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evaluation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3769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7032E8B-2A57-0FC5-CAC7-B5478DD2D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1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C33317A-8EB6-0F02-16BA-89BBB1AA6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Predict</a:t>
            </a:r>
            <a:r>
              <a:rPr lang="de-DE" dirty="0"/>
              <a:t> </a:t>
            </a:r>
            <a:r>
              <a:rPr lang="de-DE" dirty="0" err="1"/>
              <a:t>whether</a:t>
            </a:r>
            <a:r>
              <a:rPr lang="de-DE" dirty="0"/>
              <a:t> annual </a:t>
            </a:r>
            <a:r>
              <a:rPr lang="de-DE" dirty="0" err="1"/>
              <a:t>income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an individual </a:t>
            </a:r>
            <a:r>
              <a:rPr lang="de-DE" dirty="0" err="1"/>
              <a:t>exceeds</a:t>
            </a:r>
            <a:r>
              <a:rPr lang="de-DE" dirty="0"/>
              <a:t> $50K/</a:t>
            </a:r>
            <a:r>
              <a:rPr lang="de-DE" dirty="0" err="1"/>
              <a:t>yr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census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hlinkClick r:id="rId2"/>
              </a:rPr>
              <a:t>Adult </a:t>
            </a:r>
            <a:r>
              <a:rPr lang="de-DE" dirty="0" err="1">
                <a:hlinkClick r:id="rId2"/>
              </a:rPr>
              <a:t>dataset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7702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134ADB-B8CC-7322-7F22-D13464211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D339CA-5964-3728-B3A0-5B442D3B9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Predict</a:t>
            </a:r>
            <a:r>
              <a:rPr lang="de-DE" dirty="0"/>
              <a:t> </a:t>
            </a:r>
            <a:r>
              <a:rPr lang="de-DE" dirty="0" err="1"/>
              <a:t>diabetes</a:t>
            </a:r>
            <a:r>
              <a:rPr lang="de-DE" dirty="0"/>
              <a:t> </a:t>
            </a:r>
            <a:r>
              <a:rPr lang="de-DE" dirty="0" err="1"/>
              <a:t>risk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generated</a:t>
            </a:r>
            <a:r>
              <a:rPr lang="de-DE" dirty="0"/>
              <a:t> </a:t>
            </a:r>
            <a:r>
              <a:rPr lang="de-DE" dirty="0" err="1"/>
              <a:t>patient</a:t>
            </a:r>
            <a:r>
              <a:rPr lang="de-DE" dirty="0"/>
              <a:t> </a:t>
            </a:r>
            <a:r>
              <a:rPr lang="de-DE" dirty="0" err="1"/>
              <a:t>profiles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hlinkClick r:id="rId2"/>
              </a:rPr>
              <a:t>Diabetes Health </a:t>
            </a:r>
            <a:r>
              <a:rPr lang="de-DE" dirty="0" err="1">
                <a:hlinkClick r:id="rId2"/>
              </a:rPr>
              <a:t>Indicators</a:t>
            </a:r>
            <a:r>
              <a:rPr lang="de-DE" dirty="0">
                <a:hlinkClick r:id="rId2"/>
              </a:rPr>
              <a:t> </a:t>
            </a:r>
            <a:r>
              <a:rPr lang="de-DE" dirty="0" err="1">
                <a:hlinkClick r:id="rId2"/>
              </a:rPr>
              <a:t>dataset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09249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0DA36-CEC7-2B25-F4E5-B03F9BF2C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D0C6D-7B97-303C-CBF6-A0B34B312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3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935F61-CFC8-8E73-4B9B-0A1799BE8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Predict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level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problematic</a:t>
            </a:r>
            <a:r>
              <a:rPr lang="de-DE" dirty="0"/>
              <a:t> </a:t>
            </a:r>
            <a:r>
              <a:rPr lang="de-DE" dirty="0" err="1"/>
              <a:t>internet</a:t>
            </a:r>
            <a:r>
              <a:rPr lang="de-DE" dirty="0"/>
              <a:t> </a:t>
            </a:r>
            <a:r>
              <a:rPr lang="de-DE" dirty="0" err="1"/>
              <a:t>usage</a:t>
            </a:r>
            <a:r>
              <a:rPr lang="de-DE" dirty="0"/>
              <a:t>,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physical</a:t>
            </a:r>
            <a:r>
              <a:rPr lang="de-DE" dirty="0"/>
              <a:t> </a:t>
            </a:r>
            <a:r>
              <a:rPr lang="de-DE" dirty="0" err="1"/>
              <a:t>activity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hlinkClick r:id="rId2"/>
              </a:rPr>
              <a:t>Child Mind Institute – Problematic Internet Use competition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8294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</Words>
  <Application>Microsoft Macintosh PowerPoint</Application>
  <PresentationFormat>Breitbild</PresentationFormat>
  <Paragraphs>27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Assignment 1</vt:lpstr>
      <vt:lpstr>Tasks</vt:lpstr>
      <vt:lpstr>Project 1</vt:lpstr>
      <vt:lpstr>Project 2</vt:lpstr>
      <vt:lpstr>Project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Wick</dc:creator>
  <cp:lastModifiedBy>Felix Wick</cp:lastModifiedBy>
  <cp:revision>14</cp:revision>
  <dcterms:created xsi:type="dcterms:W3CDTF">2026-03-04T08:12:21Z</dcterms:created>
  <dcterms:modified xsi:type="dcterms:W3CDTF">2026-03-04T13:47:04Z</dcterms:modified>
</cp:coreProperties>
</file>