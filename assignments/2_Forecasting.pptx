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59" r:id="rId5"/>
    <p:sldId id="264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F9A461-4D65-3E01-AB51-28DA0F595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AEBD5FD-65C0-FBFF-4F26-AE8538A8D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73A40-5C6D-AA9A-9820-69833773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E69CD3-EBA9-2F75-B465-645B4EAA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17A09B-0A57-EFDD-3840-23592ED4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445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D548F-7F46-D525-0350-1872DC10D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D679AA-CA15-5A36-0166-BA0B00752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9A3F89-77B0-C754-1987-D37761A4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47DC22-1E20-E8EB-A409-7E602DD1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B2BD64-0EFE-16CD-F08D-5A6F7505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22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5D829A-4290-307B-6794-3509BB13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3F695E-FF84-FA8E-AF1A-53C9A0C8B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6F0CA3-16B7-8A89-B019-4E49AD36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A9C37C-6490-FFDE-B2E2-F16C367F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83A87A-5AEB-CA61-85ED-1ECF17E7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405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04411-A3C3-6241-675F-CBCD05A2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E1F90D-8932-23E1-F14C-B556B0172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B3A480-2BD6-A9B9-AD4F-65291BC11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3F4CFE-1047-16FA-904F-A242C95E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D82FA5-76B0-97B3-9062-C896EDF7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4C1708-684D-2D68-62A7-E12244C7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05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6CE5F-5B17-6DB6-B873-28A130E8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60513C-AA08-2771-80F9-39E893179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4FBFB9-0E15-CA57-E01F-8C0201944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710684-B7F1-81A0-C8D3-6D8C3358C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7E6F2C-FBD5-51CC-1877-FC5FFE25E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6FA591-F181-1855-E17F-6E067D5CF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B902F60-A7E2-789F-1145-27E84EA6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C410E19-B044-E750-20D0-BCFFE735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1049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660AE-5772-A20A-4E27-C89C8E8E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C34B2DD-3F4B-9A21-D26D-54688B09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1ED62B-724F-883F-A2EC-B3493E23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490CD1-ACAC-B153-F7AB-102F599A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09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A471F4D-0A6C-AF38-019A-5A7BA748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8E09D1-3554-AD21-89C4-658BC1BC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47450E-8A55-0FE8-BDE2-FAB6EA36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38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376B57-A2E9-A218-CDD1-FF5396A2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0C8906-0238-A182-1D11-112002626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91195B-3321-9BEE-0A2D-4387F2BE6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FC73B3-40EB-EB4B-C0D3-A2417228D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AF4442-D2ED-0EDF-06F1-7570F118F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62DA7A-E6A5-C710-744E-02278F0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067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D2FD9B-C244-D9AC-17C8-A31DC36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882A1C9-B073-3118-AD3A-C720BD793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B06E76-D653-8BB6-7CB2-6878C47F7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9045F8-5ED3-86F0-E1A8-B3A7BFE9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0B6FEF-62AC-1412-68A4-8483100D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996012-19FB-6A25-4EE2-2582B600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583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E3B53-C94D-6D61-31D6-44B7DD3EC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82740C5-3310-1937-5A1C-0C9F83C77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E42102-D9AE-6975-F017-9D74DD67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509527-63DC-93AA-263E-AA510DDE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15AA94-0A33-2D80-4EA4-8DAC067A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9664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824D8B6-7E97-A2DE-F30A-5EE043C88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DFA4B3-24EE-4376-4207-35F97E669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C52DEA-D7D7-E895-0C04-32349270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290511-6639-633D-1434-3DB16025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913C44-446F-E5CE-5C21-FD75517F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42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86A33CD-11BA-1033-F06D-7EFC5660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08C08-D7D0-E8A2-9E05-777592CE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470A30-5F0F-BC4F-40BE-B14719CBA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43110-E7CB-934F-8FF3-0A746B5780F5}" type="datetimeFigureOut">
              <a:rPr lang="de-DE" smtClean="0"/>
              <a:t>04.03.26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113B34-4FDE-7B70-1DE4-B46EE26F3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7854D9-A803-B30B-6D40-E594F9CF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824E5-6F51-7643-9A6F-70F4C5080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5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store-sales-time-series-forecast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/m5-forecasting-uncertainty" TargetMode="External"/><Relationship Id="rId2" Type="http://schemas.openxmlformats.org/officeDocument/2006/relationships/hyperlink" Target="https://www.kaggle.com/competitions/m5-forecasting-accuracy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prehackathonsu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043B5C9-5700-A999-8016-F284CB05D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Assignment</a:t>
            </a:r>
            <a:r>
              <a:rPr lang="de-DE" dirty="0"/>
              <a:t> 2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1F64C4D2-B573-8603-7A89-6B67270387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Time Series + ML +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08120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818E66-F90B-1E8F-9069-243F0965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9A3706-2A03-A7DF-BE01-4A590E9F8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Time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Classical</a:t>
            </a:r>
            <a:r>
              <a:rPr lang="de-DE" dirty="0"/>
              <a:t> </a:t>
            </a:r>
            <a:r>
              <a:rPr lang="de-DE" dirty="0" err="1"/>
              <a:t>forecasting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Forecasting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ML (</a:t>
            </a:r>
            <a:r>
              <a:rPr lang="de-DE" dirty="0" err="1"/>
              <a:t>possibly</a:t>
            </a:r>
            <a:r>
              <a:rPr lang="de-DE" dirty="0"/>
              <a:t> also </a:t>
            </a:r>
            <a:r>
              <a:rPr lang="de-DE" dirty="0" err="1"/>
              <a:t>deep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Detailed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evaluation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3769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7032E8B-2A57-0FC5-CAC7-B5478DD2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1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C33317A-8EB6-0F02-16BA-89BBB1AA6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Forecast </a:t>
            </a:r>
            <a:r>
              <a:rPr lang="de-DE" dirty="0" err="1"/>
              <a:t>store</a:t>
            </a:r>
            <a:r>
              <a:rPr lang="de-DE" dirty="0"/>
              <a:t> </a:t>
            </a:r>
            <a:r>
              <a:rPr lang="de-DE" dirty="0" err="1"/>
              <a:t>sales</a:t>
            </a:r>
            <a:r>
              <a:rPr lang="de-DE" dirty="0"/>
              <a:t> on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Corporación</a:t>
            </a:r>
            <a:r>
              <a:rPr lang="de-DE" dirty="0"/>
              <a:t> </a:t>
            </a:r>
            <a:r>
              <a:rPr lang="de-DE" dirty="0" err="1"/>
              <a:t>Favorita</a:t>
            </a:r>
            <a:r>
              <a:rPr lang="de-DE" dirty="0"/>
              <a:t>, a large </a:t>
            </a:r>
            <a:r>
              <a:rPr lang="de-DE" dirty="0" err="1"/>
              <a:t>Ecuadorian-based</a:t>
            </a:r>
            <a:r>
              <a:rPr lang="de-DE" dirty="0"/>
              <a:t> </a:t>
            </a:r>
            <a:r>
              <a:rPr lang="de-DE" dirty="0" err="1"/>
              <a:t>grocery</a:t>
            </a:r>
            <a:r>
              <a:rPr lang="de-DE" dirty="0"/>
              <a:t> </a:t>
            </a:r>
            <a:r>
              <a:rPr lang="de-DE" dirty="0" err="1"/>
              <a:t>retailer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hlinkClick r:id="rId2"/>
              </a:rPr>
              <a:t>Store Sales – Time Series Forecasting competition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702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34ADB-B8CC-7322-7F22-D1346421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D339CA-5964-3728-B3A0-5B442D3B9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Forecast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unit</a:t>
            </a:r>
            <a:r>
              <a:rPr lang="de-DE" dirty="0"/>
              <a:t> </a:t>
            </a:r>
            <a:r>
              <a:rPr lang="de-DE" dirty="0" err="1"/>
              <a:t>sales</a:t>
            </a:r>
            <a:r>
              <a:rPr lang="de-DE" dirty="0"/>
              <a:t> (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forecasts</a:t>
            </a:r>
            <a:r>
              <a:rPr lang="de-DE" dirty="0"/>
              <a:t> and </a:t>
            </a:r>
            <a:r>
              <a:rPr lang="de-DE" dirty="0" err="1"/>
              <a:t>uncertainty</a:t>
            </a:r>
            <a:r>
              <a:rPr lang="de-DE" dirty="0"/>
              <a:t> </a:t>
            </a:r>
            <a:r>
              <a:rPr lang="de-DE" dirty="0" err="1"/>
              <a:t>distribution</a:t>
            </a:r>
            <a:r>
              <a:rPr lang="de-DE" dirty="0"/>
              <a:t>)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various</a:t>
            </a:r>
            <a:r>
              <a:rPr lang="de-DE" dirty="0"/>
              <a:t> </a:t>
            </a:r>
            <a:r>
              <a:rPr lang="de-DE" dirty="0" err="1"/>
              <a:t>products</a:t>
            </a:r>
            <a:r>
              <a:rPr lang="de-DE" dirty="0"/>
              <a:t> </a:t>
            </a:r>
            <a:r>
              <a:rPr lang="de-DE" dirty="0" err="1"/>
              <a:t>sold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USA </a:t>
            </a:r>
            <a:r>
              <a:rPr lang="de-DE" dirty="0" err="1"/>
              <a:t>by</a:t>
            </a:r>
            <a:r>
              <a:rPr lang="de-DE" dirty="0"/>
              <a:t> Walmart.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hlinkClick r:id="rId2"/>
              </a:rPr>
              <a:t>M5 Forecasting – Accuracy competition</a:t>
            </a:r>
            <a:endParaRPr lang="de-DE" dirty="0"/>
          </a:p>
          <a:p>
            <a:pPr marL="0" indent="0">
              <a:buNone/>
            </a:pPr>
            <a:r>
              <a:rPr lang="de-DE" dirty="0">
                <a:hlinkClick r:id="rId3"/>
              </a:rPr>
              <a:t>M5 Forecasting – Uncertainty competition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924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BCF3-3B37-2B4B-FE21-4E920092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937217-EE4B-F5A7-F158-F91A206A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167D53-AEA9-6DE2-3D27-18B26B231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not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turbofan</a:t>
            </a:r>
            <a:r>
              <a:rPr lang="de-DE" dirty="0"/>
              <a:t> </a:t>
            </a:r>
            <a:r>
              <a:rPr lang="de-DE" dirty="0" err="1"/>
              <a:t>engines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going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break down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100 </a:t>
            </a:r>
            <a:r>
              <a:rPr lang="de-DE" dirty="0" err="1"/>
              <a:t>cycles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hlinkClick r:id="rId2"/>
              </a:rPr>
              <a:t>Predictive Maintenance competition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9456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Macintosh PowerPoint</Application>
  <PresentationFormat>Breitbild</PresentationFormat>
  <Paragraphs>26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Assignment 2</vt:lpstr>
      <vt:lpstr>Tasks</vt:lpstr>
      <vt:lpstr>Project 1</vt:lpstr>
      <vt:lpstr>Project 2</vt:lpstr>
      <vt:lpstr>Project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28</cp:revision>
  <dcterms:created xsi:type="dcterms:W3CDTF">2026-03-04T08:12:21Z</dcterms:created>
  <dcterms:modified xsi:type="dcterms:W3CDTF">2026-03-04T13:54:57Z</dcterms:modified>
</cp:coreProperties>
</file>