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28" autoAdjust="0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10/01/2026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10/01/2026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10/01/2026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10/01/2026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10/01/2026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10/01/2026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10/01/2026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10/01/2026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10/01/2026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10/01/2026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10/01/2026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10/01/2026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10/01/2026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Exploratory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Exploratory</a:t>
            </a:r>
            <a:r>
              <a:rPr lang="de-DE" dirty="0"/>
              <a:t> Data Analysis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Clustering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Probabilistic</a:t>
            </a:r>
            <a:r>
              <a:rPr lang="de-DE" dirty="0"/>
              <a:t> Models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Statistical </a:t>
            </a:r>
            <a:r>
              <a:rPr lang="de-DE" dirty="0" err="1"/>
              <a:t>Inference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Machine</a:t>
            </a:r>
            <a:r>
              <a:rPr lang="de-DE" dirty="0"/>
              <a:t> 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de-DE" dirty="0"/>
              <a:t>Feature Engineering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Model Evaluation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Deep Learning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Time Series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 err="1"/>
              <a:t>Causality</a:t>
            </a:r>
            <a:endParaRPr lang="de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92B2E04-27B7-8A9A-6143-C8831F83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Exploratory</a:t>
            </a:r>
            <a:r>
              <a:rPr lang="de-DE" dirty="0"/>
              <a:t> Data Analysis (EDA)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6CBE6C5-FF71-FE69-AF96-EB26512AF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descriptive</a:t>
            </a:r>
            <a:r>
              <a:rPr lang="de-DE" dirty="0"/>
              <a:t> </a:t>
            </a:r>
            <a:r>
              <a:rPr lang="de-DE" dirty="0" err="1"/>
              <a:t>statistics</a:t>
            </a:r>
            <a:endParaRPr lang="de-DE" dirty="0"/>
          </a:p>
          <a:p>
            <a:r>
              <a:rPr lang="de-DE" dirty="0" err="1"/>
              <a:t>histogram</a:t>
            </a:r>
            <a:r>
              <a:rPr lang="de-DE" dirty="0"/>
              <a:t>, box </a:t>
            </a:r>
            <a:r>
              <a:rPr lang="de-DE" dirty="0" err="1"/>
              <a:t>plot</a:t>
            </a:r>
            <a:endParaRPr lang="de-DE" dirty="0"/>
          </a:p>
          <a:p>
            <a:r>
              <a:rPr lang="de-DE" dirty="0" err="1"/>
              <a:t>distributions</a:t>
            </a:r>
            <a:r>
              <a:rPr lang="de-DE" dirty="0"/>
              <a:t>: </a:t>
            </a:r>
            <a:r>
              <a:rPr lang="de-DE" dirty="0" err="1"/>
              <a:t>quantiles</a:t>
            </a:r>
            <a:r>
              <a:rPr lang="de-DE" dirty="0"/>
              <a:t>, </a:t>
            </a:r>
            <a:r>
              <a:rPr lang="de-DE" dirty="0" err="1"/>
              <a:t>empirical</a:t>
            </a:r>
            <a:r>
              <a:rPr lang="de-DE" dirty="0"/>
              <a:t> CDF</a:t>
            </a:r>
          </a:p>
          <a:p>
            <a:r>
              <a:rPr lang="de-DE" dirty="0"/>
              <a:t>multivariate </a:t>
            </a:r>
            <a:r>
              <a:rPr lang="de-DE" dirty="0" err="1"/>
              <a:t>data</a:t>
            </a:r>
            <a:r>
              <a:rPr lang="de-DE" dirty="0"/>
              <a:t>, </a:t>
            </a:r>
            <a:r>
              <a:rPr lang="de-DE" dirty="0" err="1"/>
              <a:t>correlations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2405FE-CC14-5A9E-E6BC-374EBECB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3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EAA854-544E-5F20-5FCC-89FFD7816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Exploratory</a:t>
            </a:r>
            <a:r>
              <a:rPr lang="de-DE" dirty="0"/>
              <a:t> Data Analysis?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EEC3DF-4922-4A84-40A3-7684F5A3B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EF8192-8EE1-EA8C-0DB7-C0B75D10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501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F8C22-DCFD-93D3-753E-2A0C772A6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Goals </a:t>
            </a:r>
            <a:r>
              <a:rPr lang="de-DE" dirty="0" err="1"/>
              <a:t>of</a:t>
            </a:r>
            <a:r>
              <a:rPr lang="de-DE" dirty="0"/>
              <a:t> EDA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239297-022A-FF24-E03D-69FC48752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B7A583-3B3B-1D64-CDD2-016A3D2F5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1183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94CE3-DAA0-2F1D-480B-0CF6F3FE1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Types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Variables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53342E-8D78-7186-D620-99B9697A0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E956FE-5240-514D-3D62-931D1AD49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638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9545E5-EA03-0A86-8231-0FF4D8310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Descriptive</a:t>
            </a:r>
            <a:r>
              <a:rPr lang="de-DE" dirty="0"/>
              <a:t> </a:t>
            </a:r>
            <a:r>
              <a:rPr lang="de-DE" dirty="0" err="1"/>
              <a:t>Statistics</a:t>
            </a:r>
            <a:r>
              <a:rPr lang="de-DE" dirty="0"/>
              <a:t>: Central </a:t>
            </a:r>
            <a:r>
              <a:rPr lang="de-DE" dirty="0" err="1"/>
              <a:t>Tendency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C99988-F94D-1327-62EB-F5DE77FF8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22C0B4-01A1-F194-E72F-5D64639C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456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A1B897-AF92-8C2A-9F92-F4E6E19FE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Descriptive</a:t>
            </a:r>
            <a:r>
              <a:rPr lang="de-DE" dirty="0"/>
              <a:t> </a:t>
            </a:r>
            <a:r>
              <a:rPr lang="de-DE" dirty="0" err="1"/>
              <a:t>Statistics</a:t>
            </a:r>
            <a:r>
              <a:rPr lang="de-DE" dirty="0"/>
              <a:t>: </a:t>
            </a:r>
            <a:r>
              <a:rPr lang="de-DE" dirty="0" err="1"/>
              <a:t>Variability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F3E4E4-3EDE-249C-EB95-92D9FA34B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BE37A2-8885-3AAE-DDDE-71660E260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521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A41792-D366-61F6-0AC0-E0F6B2A22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Summaries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Categorical</a:t>
            </a:r>
            <a:r>
              <a:rPr lang="de-DE" dirty="0"/>
              <a:t> Data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7F135D-6A91-6649-1D43-31C763445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C82A8C-AD78-16AB-4D2E-721619F15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055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D920A5-90E9-9A28-4DD1-736DB971D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Histograms</a:t>
            </a:r>
            <a:r>
              <a:rPr lang="de-DE" dirty="0"/>
              <a:t>: Construction and Interpretation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EF75F4-3F3C-13A3-6A06-0BE79379C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4E0866-662D-5BF2-6F7F-1A44AB22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656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12B6F3-BFD5-6551-2964-3DE083AB1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Bin Size and Distribution Shape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6416FE-63EA-67B0-C6DF-F41E313FE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DC3CC9-5F85-4128-9C67-EC0E42CC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6243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B354E-08CC-1F9B-E5B8-7489872D0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Box Plots and </a:t>
            </a:r>
            <a:r>
              <a:rPr lang="de-DE" dirty="0" err="1"/>
              <a:t>Outlier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CF7318-D00A-A535-A6FF-D7E74BE7B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8319F9-F6DD-8BFC-451E-F993052E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363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A81942-0DCA-93C1-FE8A-5BC8B30B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Empirical</a:t>
            </a:r>
            <a:r>
              <a:rPr lang="de-DE" dirty="0"/>
              <a:t> </a:t>
            </a:r>
            <a:r>
              <a:rPr lang="de-DE" dirty="0" err="1"/>
              <a:t>Distributions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ACABB9-2A0B-B9C5-7AC7-17327E5BE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FF0AA7-8656-C749-30A3-213C45EE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854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2B68EF-77AC-7428-F337-9865598E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Quantiles</a:t>
            </a:r>
            <a:r>
              <a:rPr lang="de-DE" dirty="0"/>
              <a:t> and </a:t>
            </a:r>
            <a:r>
              <a:rPr lang="de-DE" dirty="0" err="1"/>
              <a:t>Percentiles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65F9C5-C48D-71EC-9A94-54E834A7E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8B9DF0-9319-BB5B-708E-5ECDFA50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316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522590-B760-84F1-8A7E-4F2EAE49E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Empirical</a:t>
            </a:r>
            <a:r>
              <a:rPr lang="de-DE" dirty="0"/>
              <a:t> </a:t>
            </a:r>
            <a:r>
              <a:rPr lang="de-DE" dirty="0" err="1"/>
              <a:t>Cumulative</a:t>
            </a:r>
            <a:r>
              <a:rPr lang="de-DE" dirty="0"/>
              <a:t> Distribution </a:t>
            </a:r>
            <a:r>
              <a:rPr lang="de-DE" dirty="0" err="1"/>
              <a:t>Function</a:t>
            </a:r>
            <a:r>
              <a:rPr lang="de-DE" dirty="0"/>
              <a:t> (ECDF)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092A32-233E-F871-FCFD-BF259A1D1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3E36D2-D16F-5476-2DC8-A648F62B0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7423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E1BB71-39CF-735F-3C67-928AB94FE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Comparing</a:t>
            </a:r>
            <a:r>
              <a:rPr lang="de-DE" dirty="0"/>
              <a:t> </a:t>
            </a:r>
            <a:r>
              <a:rPr lang="de-DE" dirty="0" err="1"/>
              <a:t>Distributions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7F47E3-D404-1F1E-3991-63B06E978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8DED4E-4FFA-E601-B54A-EA3FE957D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2694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0B8265-790A-0BFE-81A2-65706745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Multivariate Data Exploration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10E078-AB5A-0C72-BBA1-1F9352A32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071179-FFCB-C5FE-3686-71A57D36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075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8A3477-9BAD-DF4C-9B31-B61FB500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Scatter</a:t>
            </a:r>
            <a:r>
              <a:rPr lang="de-DE" dirty="0"/>
              <a:t> Plots and Pair Plots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8E8237-CA5F-4167-BA75-86EF6FB83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465C6B-6B5E-C57D-EE41-59D22BA28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461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1050EA-FCC9-2422-813F-3C8D2D51D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Correlation</a:t>
            </a:r>
            <a:r>
              <a:rPr lang="de-DE" dirty="0"/>
              <a:t>: Pearson, Spearman, Kendall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6BE6E6-8A29-03C9-A48D-12E2FB818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9C523F-762C-E96C-9422-BBBE79EFA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430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75545D-1C1D-61FA-8CB2-17838CAE3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Correlation</a:t>
            </a:r>
            <a:r>
              <a:rPr lang="de-DE" dirty="0"/>
              <a:t> Matrices and </a:t>
            </a:r>
            <a:r>
              <a:rPr lang="de-DE" dirty="0" err="1"/>
              <a:t>Heatmaps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62E8CC-390C-97C9-F4D7-91898377D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C920C9-ECF4-35FC-BEC2-191E7BD8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062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266152-0085-E00D-C0E6-9D1560A96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Common </a:t>
            </a:r>
            <a:r>
              <a:rPr lang="de-DE" dirty="0" err="1"/>
              <a:t>Pitfalls</a:t>
            </a:r>
            <a:r>
              <a:rPr lang="de-DE" dirty="0"/>
              <a:t> in EDA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A97C67-9AEA-AAF6-3C17-16E8ED69B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86D0E3-4E1A-C767-AEA4-8317EED62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582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7A9009-832D-925D-34C2-53B52EA3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From</a:t>
            </a:r>
            <a:r>
              <a:rPr lang="de-DE" dirty="0"/>
              <a:t> EDA </a:t>
            </a:r>
            <a:r>
              <a:rPr lang="de-DE" dirty="0" err="1"/>
              <a:t>to</a:t>
            </a:r>
            <a:r>
              <a:rPr lang="de-DE" dirty="0"/>
              <a:t> Modeling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F4FF2B-B089-F39D-00C5-AE7C2BCB3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527094-635D-17E4-3E22-F7C1876B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915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Macintosh PowerPoint</Application>
  <PresentationFormat>Breitbild</PresentationFormat>
  <Paragraphs>66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Exploratory Data Analysis</vt:lpstr>
      <vt:lpstr>Course Schedule</vt:lpstr>
      <vt:lpstr>Exploratory Data Analysis (EDA)</vt:lpstr>
      <vt:lpstr>What Is Exploratory Data Analysis?</vt:lpstr>
      <vt:lpstr>Goals of EDA</vt:lpstr>
      <vt:lpstr>Types of Variables</vt:lpstr>
      <vt:lpstr>Descriptive Statistics: Central Tendency</vt:lpstr>
      <vt:lpstr>Descriptive Statistics: Variability</vt:lpstr>
      <vt:lpstr>Summaries for Categorical Data</vt:lpstr>
      <vt:lpstr>Histograms: Construction and Interpretation</vt:lpstr>
      <vt:lpstr>Bin Size and Distribution Shape</vt:lpstr>
      <vt:lpstr>Box Plots and Outlier Detection</vt:lpstr>
      <vt:lpstr>Empirical Distributions</vt:lpstr>
      <vt:lpstr>Quantiles and Percentiles</vt:lpstr>
      <vt:lpstr>Empirical Cumulative Distribution Function (ECDF)</vt:lpstr>
      <vt:lpstr>Comparing Distributions</vt:lpstr>
      <vt:lpstr>Multivariate Data Exploration</vt:lpstr>
      <vt:lpstr>Scatter Plots and Pair Plots</vt:lpstr>
      <vt:lpstr>Correlation: Pearson, Spearman, Kendall</vt:lpstr>
      <vt:lpstr>Correlation Matrices and Heatmaps</vt:lpstr>
      <vt:lpstr>Common Pitfalls in EDA</vt:lpstr>
      <vt:lpstr>From EDA to Modeling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39</cp:revision>
  <dcterms:created xsi:type="dcterms:W3CDTF">2025-01-08T09:27:30Z</dcterms:created>
  <dcterms:modified xsi:type="dcterms:W3CDTF">2026-01-10T19:37:35Z</dcterms:modified>
</cp:coreProperties>
</file>