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65" r:id="rId3"/>
    <p:sldId id="266" r:id="rId4"/>
    <p:sldId id="269" r:id="rId5"/>
    <p:sldId id="258" r:id="rId6"/>
    <p:sldId id="270" r:id="rId7"/>
    <p:sldId id="271" r:id="rId8"/>
    <p:sldId id="267" r:id="rId9"/>
    <p:sldId id="268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scikit-learn</a:t>
            </a:r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9F8F1E-B016-91ED-B28E-2D00D108F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2C8508-761C-1192-0A16-0AAF0F9744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6509C0-697B-C2D4-6E52-F82C10B17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022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4C13FEC-ECD5-AC00-B8E2-8D8BC7A67351}"/>
              </a:ext>
            </a:extLst>
          </p:cNvPr>
          <p:cNvSpPr txBox="1"/>
          <p:nvPr/>
        </p:nvSpPr>
        <p:spPr>
          <a:xfrm>
            <a:off x="5289232" y="6125944"/>
            <a:ext cx="4831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unsupervised and reinforcement learning can both be cast as supervised-learning setup</a:t>
            </a:r>
          </a:p>
        </p:txBody>
      </p: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2EF707-9B3C-32C9-4934-7282D4574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7B7C9-9D66-A25B-D11C-5254C08E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61FD2-1411-8BB8-D755-1F422C193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scikit-learn</a:t>
            </a:r>
            <a:r>
              <a:rPr lang="de-DE" dirty="0"/>
              <a:t> Clustering API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72D469-9E39-C0DF-2321-08C1385A8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pic>
        <p:nvPicPr>
          <p:cNvPr id="1026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CCCCBEB2-AD32-344D-3161-053446F1D9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330" y="1386578"/>
            <a:ext cx="8617340" cy="5334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6809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7397" y="1690688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r>
              <a:rPr lang="de-DE" dirty="0"/>
              <a:t> and Interpretation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/>
              <a:t>ε </a:t>
            </a:r>
            <a:r>
              <a:rPr lang="de-DE" dirty="0"/>
              <a:t>and </a:t>
            </a:r>
            <a:r>
              <a:rPr lang="de-DE" dirty="0" err="1"/>
              <a:t>min_samples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D9CD1B-A5B6-7BCE-AB1E-4C80D77AE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Considerations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E0FEB0-A1C8-1184-0009-46A75979A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287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</Words>
  <Application>Microsoft Macintosh PowerPoint</Application>
  <PresentationFormat>Breitbild</PresentationFormat>
  <Paragraphs>87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AccordAlternate</vt:lpstr>
      <vt:lpstr>Aptos</vt:lpstr>
      <vt:lpstr>Aptos Display</vt:lpstr>
      <vt:lpstr>Arial</vt:lpstr>
      <vt:lpstr>Office Theme</vt:lpstr>
      <vt:lpstr>Clustering</vt:lpstr>
      <vt:lpstr>Course Schedule</vt:lpstr>
      <vt:lpstr>Clustering</vt:lpstr>
      <vt:lpstr>What Is Clustering?</vt:lpstr>
      <vt:lpstr>PowerPoint-Präsentation</vt:lpstr>
      <vt:lpstr>Use Cases for Unsupervised Learning</vt:lpstr>
      <vt:lpstr>Distance Metrics and Similarity</vt:lpstr>
      <vt:lpstr>Overview of scikit-learn Clustering API</vt:lpstr>
      <vt:lpstr>k-Means: Intuition</vt:lpstr>
      <vt:lpstr>k-Means Algorithm</vt:lpstr>
      <vt:lpstr>Choosing the Number of Clusters</vt:lpstr>
      <vt:lpstr>k-Means Assumptions and Limitations</vt:lpstr>
      <vt:lpstr>Hierarchical Clustering: Motivation</vt:lpstr>
      <vt:lpstr>Linkage Criteria</vt:lpstr>
      <vt:lpstr>Dendrograms and Interpretation</vt:lpstr>
      <vt:lpstr>DBSCAN: Density-Based Clustering</vt:lpstr>
      <vt:lpstr>Core Points, Border Points, Noise</vt:lpstr>
      <vt:lpstr>Choosing ε and min_samples</vt:lpstr>
      <vt:lpstr>Comparing Clustering Methods</vt:lpstr>
      <vt:lpstr>Cluster Validation Metrics</vt:lpstr>
      <vt:lpstr>Visualizing Clusters</vt:lpstr>
      <vt:lpstr>Practical Considerations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45</cp:revision>
  <dcterms:created xsi:type="dcterms:W3CDTF">2025-01-08T09:27:30Z</dcterms:created>
  <dcterms:modified xsi:type="dcterms:W3CDTF">2026-01-11T10:28:40Z</dcterms:modified>
</cp:coreProperties>
</file>