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7" r:id="rId10"/>
    <p:sldId id="268" r:id="rId11"/>
    <p:sldId id="272" r:id="rId12"/>
    <p:sldId id="290" r:id="rId13"/>
    <p:sldId id="292" r:id="rId14"/>
    <p:sldId id="274" r:id="rId15"/>
    <p:sldId id="288" r:id="rId16"/>
    <p:sldId id="273" r:id="rId17"/>
    <p:sldId id="293" r:id="rId18"/>
    <p:sldId id="282" r:id="rId19"/>
    <p:sldId id="294" r:id="rId20"/>
    <p:sldId id="291" r:id="rId21"/>
    <p:sldId id="283" r:id="rId22"/>
    <p:sldId id="286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</a:t>
            </a:r>
            <a:r>
              <a:rPr lang="de-DE" dirty="0" err="1"/>
              <a:t>Algorithms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523103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6401341" y="6171684"/>
            <a:ext cx="220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/>
          <p:nvPr/>
        </p:nvCxnSpPr>
        <p:spPr>
          <a:xfrm flipH="1" flipV="1">
            <a:off x="6917635" y="5466522"/>
            <a:ext cx="606287" cy="62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: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per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1134</Words>
  <Application>Microsoft Macintosh PowerPoint</Application>
  <PresentationFormat>Breitbild</PresentationFormat>
  <Paragraphs>243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6" baseType="lpstr"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Overview of scikit-learn Clustering Algorithms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Gaussian Mixture Models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105</cp:revision>
  <dcterms:created xsi:type="dcterms:W3CDTF">2025-01-08T09:27:30Z</dcterms:created>
  <dcterms:modified xsi:type="dcterms:W3CDTF">2026-03-18T17:49:44Z</dcterms:modified>
</cp:coreProperties>
</file>