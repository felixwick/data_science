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67" r:id="rId9"/>
    <p:sldId id="268" r:id="rId10"/>
    <p:sldId id="272" r:id="rId11"/>
    <p:sldId id="273" r:id="rId12"/>
    <p:sldId id="274" r:id="rId13"/>
    <p:sldId id="287" r:id="rId14"/>
    <p:sldId id="286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7B7C9-9D66-A25B-D11C-5254C08E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API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386578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397" y="1690688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45E519-E948-8501-ACAD-BDF00444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Mini Batch </a:t>
            </a:r>
            <a:r>
              <a:rPr lang="de-DE" dirty="0" err="1"/>
              <a:t>k-Means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A8C059-BF98-DA76-D11E-B28857691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02C868-452A-3E9E-3E72-BA889BC8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1026" name="Picture 2" descr="KMeans, MiniBatchKMeans, Difference">
            <a:extLst>
              <a:ext uri="{FF2B5EF4-FFF2-40B4-BE49-F238E27FC236}">
                <a16:creationId xmlns:a16="http://schemas.microsoft.com/office/drawing/2014/main" id="{8E76ED71-B047-741E-33C3-F2BB69959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892" y="3941884"/>
            <a:ext cx="7776308" cy="2916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7327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: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per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D9CD1B-A5B6-7BCE-AB1E-4C80D77A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Considerations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E0FEB0-A1C8-1184-0009-46A75979A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2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</Words>
  <Application>Microsoft Macintosh PowerPoint</Application>
  <PresentationFormat>Breitbild</PresentationFormat>
  <Paragraphs>116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29" baseType="lpstr">
      <vt:lpstr>AccordAlternate</vt:lpstr>
      <vt:lpstr>Aptos</vt:lpstr>
      <vt:lpstr>Aptos Display</vt:lpstr>
      <vt:lpstr>Arial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Overview of scikit-learn Clustering API</vt:lpstr>
      <vt:lpstr>k-Means: Intuition</vt:lpstr>
      <vt:lpstr>k-Means Algorithm</vt:lpstr>
      <vt:lpstr>Choosing the Number of Clusters</vt:lpstr>
      <vt:lpstr>k-Means Assumptions and Limitations</vt:lpstr>
      <vt:lpstr>Mini Batch k-Means</vt:lpstr>
      <vt:lpstr>Gaussian Mixture Models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  <vt:lpstr>Cluster Validation Metrics</vt:lpstr>
      <vt:lpstr>Visualizing Clusters</vt:lpstr>
      <vt:lpstr>Practical Considerations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56</cp:revision>
  <dcterms:created xsi:type="dcterms:W3CDTF">2025-01-08T09:27:30Z</dcterms:created>
  <dcterms:modified xsi:type="dcterms:W3CDTF">2026-03-06T07:06:00Z</dcterms:modified>
</cp:coreProperties>
</file>