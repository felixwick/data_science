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774" r:id="rId3"/>
    <p:sldId id="773" r:id="rId4"/>
    <p:sldId id="792" r:id="rId5"/>
    <p:sldId id="791" r:id="rId6"/>
    <p:sldId id="257" r:id="rId7"/>
    <p:sldId id="790" r:id="rId8"/>
    <p:sldId id="637" r:id="rId9"/>
    <p:sldId id="261" r:id="rId10"/>
    <p:sldId id="262" r:id="rId11"/>
    <p:sldId id="295" r:id="rId12"/>
    <p:sldId id="304" r:id="rId13"/>
    <p:sldId id="793" r:id="rId14"/>
    <p:sldId id="794" r:id="rId15"/>
    <p:sldId id="784" r:id="rId16"/>
    <p:sldId id="636" r:id="rId17"/>
    <p:sldId id="770" r:id="rId18"/>
    <p:sldId id="648" r:id="rId19"/>
    <p:sldId id="771" r:id="rId20"/>
    <p:sldId id="772" r:id="rId21"/>
    <p:sldId id="677" r:id="rId22"/>
    <p:sldId id="678" r:id="rId23"/>
    <p:sldId id="679" r:id="rId24"/>
    <p:sldId id="270" r:id="rId25"/>
    <p:sldId id="282" r:id="rId26"/>
    <p:sldId id="642" r:id="rId27"/>
    <p:sldId id="281" r:id="rId28"/>
    <p:sldId id="280" r:id="rId29"/>
    <p:sldId id="283" r:id="rId30"/>
    <p:sldId id="775" r:id="rId31"/>
    <p:sldId id="796" r:id="rId32"/>
    <p:sldId id="639" r:id="rId33"/>
    <p:sldId id="644" r:id="rId34"/>
    <p:sldId id="688" r:id="rId35"/>
    <p:sldId id="306" r:id="rId36"/>
    <p:sldId id="284" r:id="rId37"/>
    <p:sldId id="305" r:id="rId38"/>
    <p:sldId id="693" r:id="rId39"/>
    <p:sldId id="694" r:id="rId40"/>
    <p:sldId id="695" r:id="rId41"/>
    <p:sldId id="307" r:id="rId42"/>
    <p:sldId id="294" r:id="rId43"/>
    <p:sldId id="309" r:id="rId44"/>
    <p:sldId id="720" r:id="rId45"/>
    <p:sldId id="79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C29C2-A778-45C7-8543-4D646C639406}" v="1859" dt="2025-03-18T13:59:24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07"/>
    <p:restoredTop sz="94694"/>
  </p:normalViewPr>
  <p:slideViewPr>
    <p:cSldViewPr snapToGrid="0">
      <p:cViewPr varScale="1">
        <p:scale>
          <a:sx n="121" d="100"/>
          <a:sy n="121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EAAAFAB1-A8F4-4923-8804-5692CBCDDC56}"/>
    <pc:docChg chg="modSld">
      <pc:chgData name="Wick, Felix" userId="85efb633-acf6-425d-a271-4f136bfa2fb0" providerId="ADAL" clId="{EAAAFAB1-A8F4-4923-8804-5692CBCDDC56}" dt="2025-01-11T16:02:01.090" v="37" actId="20577"/>
      <pc:docMkLst>
        <pc:docMk/>
      </pc:docMkLst>
      <pc:sldChg chg="modSp mod">
        <pc:chgData name="Wick, Felix" userId="85efb633-acf6-425d-a271-4f136bfa2fb0" providerId="ADAL" clId="{EAAAFAB1-A8F4-4923-8804-5692CBCDDC56}" dt="2025-01-11T16:01:52.519" v="24" actId="20577"/>
        <pc:sldMkLst>
          <pc:docMk/>
          <pc:sldMk cId="1258822622" sldId="256"/>
        </pc:sldMkLst>
        <pc:spChg chg="mod">
          <ac:chgData name="Wick, Felix" userId="85efb633-acf6-425d-a271-4f136bfa2fb0" providerId="ADAL" clId="{EAAAFAB1-A8F4-4923-8804-5692CBCDDC56}" dt="2025-01-11T16:01:52.519" v="24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EAAAFAB1-A8F4-4923-8804-5692CBCDDC56}" dt="2025-01-11T16:02:01.090" v="37" actId="20577"/>
        <pc:sldMkLst>
          <pc:docMk/>
          <pc:sldMk cId="407246130" sldId="257"/>
        </pc:sldMkLst>
        <pc:spChg chg="mod">
          <ac:chgData name="Wick, Felix" userId="85efb633-acf6-425d-a271-4f136bfa2fb0" providerId="ADAL" clId="{EAAAFAB1-A8F4-4923-8804-5692CBCDDC56}" dt="2025-01-11T16:02:01.090" v="37" actId="20577"/>
          <ac:spMkLst>
            <pc:docMk/>
            <pc:sldMk cId="407246130" sldId="257"/>
            <ac:spMk id="5" creationId="{EF4BCAF0-0279-CF76-75E5-335A1CCBAFB8}"/>
          </ac:spMkLst>
        </pc:spChg>
      </pc:sldChg>
    </pc:docChg>
  </pc:docChgLst>
  <pc:docChgLst>
    <pc:chgData name="Wick, Felix" userId="85efb633-acf6-425d-a271-4f136bfa2fb0" providerId="ADAL" clId="{DACC29C2-A778-45C7-8543-4D646C639406}"/>
    <pc:docChg chg="undo redo custSel addSld delSld modSld sldOrd">
      <pc:chgData name="Wick, Felix" userId="85efb633-acf6-425d-a271-4f136bfa2fb0" providerId="ADAL" clId="{DACC29C2-A778-45C7-8543-4D646C639406}" dt="2025-03-18T13:59:41.133" v="22120" actId="1076"/>
      <pc:docMkLst>
        <pc:docMk/>
      </pc:docMkLst>
      <pc:sldChg chg="modSp mod">
        <pc:chgData name="Wick, Felix" userId="85efb633-acf6-425d-a271-4f136bfa2fb0" providerId="ADAL" clId="{DACC29C2-A778-45C7-8543-4D646C639406}" dt="2025-03-01T23:03:55.931" v="5035" actId="20577"/>
        <pc:sldMkLst>
          <pc:docMk/>
          <pc:sldMk cId="1258822622" sldId="256"/>
        </pc:sldMkLst>
        <pc:spChg chg="mod">
          <ac:chgData name="Wick, Felix" userId="85efb633-acf6-425d-a271-4f136bfa2fb0" providerId="ADAL" clId="{DACC29C2-A778-45C7-8543-4D646C639406}" dt="2025-03-01T23:03:55.931" v="5035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DACC29C2-A778-45C7-8543-4D646C639406}" dt="2025-03-02T22:31:50.824" v="6370" actId="20577"/>
        <pc:sldMkLst>
          <pc:docMk/>
          <pc:sldMk cId="1749545229" sldId="259"/>
        </pc:sldMkLst>
        <pc:spChg chg="mod">
          <ac:chgData name="Wick, Felix" userId="85efb633-acf6-425d-a271-4f136bfa2fb0" providerId="ADAL" clId="{DACC29C2-A778-45C7-8543-4D646C639406}" dt="2025-03-02T22:31:50.824" v="6370" actId="20577"/>
          <ac:spMkLst>
            <pc:docMk/>
            <pc:sldMk cId="1749545229" sldId="259"/>
            <ac:spMk id="4" creationId="{2B14EC7F-499E-E9F9-A62F-19F4A6D4F99A}"/>
          </ac:spMkLst>
        </pc:spChg>
        <pc:spChg chg="mod">
          <ac:chgData name="Wick, Felix" userId="85efb633-acf6-425d-a271-4f136bfa2fb0" providerId="ADAL" clId="{DACC29C2-A778-45C7-8543-4D646C639406}" dt="2025-02-28T21:39:04.672" v="2446" actId="113"/>
          <ac:spMkLst>
            <pc:docMk/>
            <pc:sldMk cId="1749545229" sldId="259"/>
            <ac:spMk id="5" creationId="{0638B7D9-B37C-4258-6CD7-2536492A7EA9}"/>
          </ac:spMkLst>
        </pc:spChg>
      </pc:sldChg>
      <pc:sldChg chg="addSp modSp mod">
        <pc:chgData name="Wick, Felix" userId="85efb633-acf6-425d-a271-4f136bfa2fb0" providerId="ADAL" clId="{DACC29C2-A778-45C7-8543-4D646C639406}" dt="2025-02-28T22:34:29.075" v="3508" actId="1076"/>
        <pc:sldMkLst>
          <pc:docMk/>
          <pc:sldMk cId="1473956403" sldId="260"/>
        </pc:sldMkLst>
        <pc:spChg chg="mod">
          <ac:chgData name="Wick, Felix" userId="85efb633-acf6-425d-a271-4f136bfa2fb0" providerId="ADAL" clId="{DACC29C2-A778-45C7-8543-4D646C639406}" dt="2025-02-28T21:31:40.025" v="2415" actId="1038"/>
          <ac:spMkLst>
            <pc:docMk/>
            <pc:sldMk cId="1473956403" sldId="260"/>
            <ac:spMk id="21" creationId="{CE35A02E-55E9-78F6-9EA0-63E6DBFC78A7}"/>
          </ac:spMkLst>
        </pc:spChg>
        <pc:spChg chg="mod">
          <ac:chgData name="Wick, Felix" userId="85efb633-acf6-425d-a271-4f136bfa2fb0" providerId="ADAL" clId="{DACC29C2-A778-45C7-8543-4D646C639406}" dt="2025-02-28T22:34:29.075" v="3508" actId="1076"/>
          <ac:spMkLst>
            <pc:docMk/>
            <pc:sldMk cId="1473956403" sldId="260"/>
            <ac:spMk id="22" creationId="{21B81B8D-7DC3-74E4-E25A-86543403925D}"/>
          </ac:spMkLst>
        </pc:spChg>
        <pc:spChg chg="add mod">
          <ac:chgData name="Wick, Felix" userId="85efb633-acf6-425d-a271-4f136bfa2fb0" providerId="ADAL" clId="{DACC29C2-A778-45C7-8543-4D646C639406}" dt="2025-02-28T22:34:22.760" v="3507" actId="1076"/>
          <ac:spMkLst>
            <pc:docMk/>
            <pc:sldMk cId="1473956403" sldId="260"/>
            <ac:spMk id="26" creationId="{70E39FD2-583A-518B-9FC7-C31207B05787}"/>
          </ac:spMkLst>
        </pc:spChg>
        <pc:picChg chg="mod">
          <ac:chgData name="Wick, Felix" userId="85efb633-acf6-425d-a271-4f136bfa2fb0" providerId="ADAL" clId="{DACC29C2-A778-45C7-8543-4D646C639406}" dt="2025-02-28T22:34:18.754" v="3506" actId="1076"/>
          <ac:picMkLst>
            <pc:docMk/>
            <pc:sldMk cId="1473956403" sldId="260"/>
            <ac:picMk id="23" creationId="{66E3DC08-C6A7-F262-8751-C5862214511C}"/>
          </ac:picMkLst>
        </pc:picChg>
        <pc:cxnChg chg="mod">
          <ac:chgData name="Wick, Felix" userId="85efb633-acf6-425d-a271-4f136bfa2fb0" providerId="ADAL" clId="{DACC29C2-A778-45C7-8543-4D646C639406}" dt="2025-02-28T21:31:56.668" v="2416" actId="14100"/>
          <ac:cxnSpMkLst>
            <pc:docMk/>
            <pc:sldMk cId="1473956403" sldId="260"/>
            <ac:cxnSpMk id="10" creationId="{A22A7CF1-315F-9A3D-8A06-F17E6EBA73FB}"/>
          </ac:cxnSpMkLst>
        </pc:cxnChg>
      </pc:sldChg>
      <pc:sldChg chg="addSp modSp mod">
        <pc:chgData name="Wick, Felix" userId="85efb633-acf6-425d-a271-4f136bfa2fb0" providerId="ADAL" clId="{DACC29C2-A778-45C7-8543-4D646C639406}" dt="2025-03-02T22:51:51.330" v="6696" actId="14100"/>
        <pc:sldMkLst>
          <pc:docMk/>
          <pc:sldMk cId="4294248252" sldId="262"/>
        </pc:sldMkLst>
        <pc:spChg chg="mod">
          <ac:chgData name="Wick, Felix" userId="85efb633-acf6-425d-a271-4f136bfa2fb0" providerId="ADAL" clId="{DACC29C2-A778-45C7-8543-4D646C639406}" dt="2025-03-02T22:48:24.399" v="6594" actId="1076"/>
          <ac:spMkLst>
            <pc:docMk/>
            <pc:sldMk cId="4294248252" sldId="262"/>
            <ac:spMk id="7" creationId="{2198EF64-E297-D175-91B9-1946B3E43248}"/>
          </ac:spMkLst>
        </pc:spChg>
        <pc:spChg chg="add mod">
          <ac:chgData name="Wick, Felix" userId="85efb633-acf6-425d-a271-4f136bfa2fb0" providerId="ADAL" clId="{DACC29C2-A778-45C7-8543-4D646C639406}" dt="2025-03-02T22:51:51.330" v="6696" actId="14100"/>
          <ac:spMkLst>
            <pc:docMk/>
            <pc:sldMk cId="4294248252" sldId="262"/>
            <ac:spMk id="8" creationId="{5252B056-E419-3CD7-5411-E5693AE46182}"/>
          </ac:spMkLst>
        </pc:sp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0" creationId="{8AD5C54F-F3C1-8BA4-E120-D3295F4C1AE4}"/>
          </ac:cxnSpMkLst>
        </pc:cxn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3" creationId="{3D4E0062-1914-3C2E-9793-3186C4CCB974}"/>
          </ac:cxnSpMkLst>
        </pc:cxnChg>
      </pc:sldChg>
      <pc:sldChg chg="modSp mod">
        <pc:chgData name="Wick, Felix" userId="85efb633-acf6-425d-a271-4f136bfa2fb0" providerId="ADAL" clId="{DACC29C2-A778-45C7-8543-4D646C639406}" dt="2025-02-28T20:47:42.756" v="1883" actId="20577"/>
        <pc:sldMkLst>
          <pc:docMk/>
          <pc:sldMk cId="1392263293" sldId="263"/>
        </pc:sldMkLst>
        <pc:spChg chg="mod">
          <ac:chgData name="Wick, Felix" userId="85efb633-acf6-425d-a271-4f136bfa2fb0" providerId="ADAL" clId="{DACC29C2-A778-45C7-8543-4D646C639406}" dt="2025-02-28T20:47:42.756" v="1883" actId="20577"/>
          <ac:spMkLst>
            <pc:docMk/>
            <pc:sldMk cId="1392263293" sldId="263"/>
            <ac:spMk id="2" creationId="{48D1001D-3CA9-6B3B-47C1-E02457E0B644}"/>
          </ac:spMkLst>
        </pc:spChg>
      </pc:sldChg>
      <pc:sldChg chg="ord">
        <pc:chgData name="Wick, Felix" userId="85efb633-acf6-425d-a271-4f136bfa2fb0" providerId="ADAL" clId="{DACC29C2-A778-45C7-8543-4D646C639406}" dt="2025-03-03T22:58:12.198" v="8831"/>
        <pc:sldMkLst>
          <pc:docMk/>
          <pc:sldMk cId="2523308922" sldId="267"/>
        </pc:sldMkLst>
      </pc:sldChg>
      <pc:sldChg chg="delSp modSp mod ord chgLayout">
        <pc:chgData name="Wick, Felix" userId="85efb633-acf6-425d-a271-4f136bfa2fb0" providerId="ADAL" clId="{DACC29C2-A778-45C7-8543-4D646C639406}" dt="2025-03-03T22:51:11.360" v="8675"/>
        <pc:sldMkLst>
          <pc:docMk/>
          <pc:sldMk cId="1222977130" sldId="270"/>
        </pc:sldMkLst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2" creationId="{96FE75F7-5391-7309-EAAE-E2CC19916A70}"/>
          </ac:spMkLst>
        </pc:spChg>
        <pc:spChg chg="mod ord">
          <ac:chgData name="Wick, Felix" userId="85efb633-acf6-425d-a271-4f136bfa2fb0" providerId="ADAL" clId="{DACC29C2-A778-45C7-8543-4D646C639406}" dt="2025-03-03T22:49:15.224" v="8655" actId="20577"/>
          <ac:spMkLst>
            <pc:docMk/>
            <pc:sldMk cId="1222977130" sldId="270"/>
            <ac:spMk id="3" creationId="{C5859A9B-43F1-6828-A55D-B8946C4852A2}"/>
          </ac:spMkLst>
        </pc:spChg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4" creationId="{87BE6C35-9946-346B-1491-7CF0F93B7D9E}"/>
          </ac:spMkLst>
        </pc:spChg>
        <pc:spChg chg="mod ord">
          <ac:chgData name="Wick, Felix" userId="85efb633-acf6-425d-a271-4f136bfa2fb0" providerId="ADAL" clId="{DACC29C2-A778-45C7-8543-4D646C639406}" dt="2025-03-03T22:47:57.699" v="8626" actId="14100"/>
          <ac:spMkLst>
            <pc:docMk/>
            <pc:sldMk cId="1222977130" sldId="270"/>
            <ac:spMk id="10" creationId="{16F16FEB-005B-4365-D67C-8FB7C804F3D6}"/>
          </ac:spMkLst>
        </pc:spChg>
        <pc:spChg chg="mod">
          <ac:chgData name="Wick, Felix" userId="85efb633-acf6-425d-a271-4f136bfa2fb0" providerId="ADAL" clId="{DACC29C2-A778-45C7-8543-4D646C639406}" dt="2025-03-03T22:48:37.874" v="8647" actId="1037"/>
          <ac:spMkLst>
            <pc:docMk/>
            <pc:sldMk cId="1222977130" sldId="270"/>
            <ac:spMk id="13" creationId="{DE607F70-DB94-E3A4-9C21-845042D375B6}"/>
          </ac:spMkLst>
        </pc:spChg>
        <pc:picChg chg="mod">
          <ac:chgData name="Wick, Felix" userId="85efb633-acf6-425d-a271-4f136bfa2fb0" providerId="ADAL" clId="{DACC29C2-A778-45C7-8543-4D646C639406}" dt="2025-03-03T22:47:10.428" v="8614" actId="1076"/>
          <ac:picMkLst>
            <pc:docMk/>
            <pc:sldMk cId="1222977130" sldId="270"/>
            <ac:picMk id="22" creationId="{59BDF090-ED9E-25B6-9B10-AA53CEE3B7BF}"/>
          </ac:picMkLst>
        </pc:picChg>
        <pc:cxnChg chg="mod">
          <ac:chgData name="Wick, Felix" userId="85efb633-acf6-425d-a271-4f136bfa2fb0" providerId="ADAL" clId="{DACC29C2-A778-45C7-8543-4D646C639406}" dt="2025-03-03T22:48:37.874" v="8647" actId="1037"/>
          <ac:cxnSpMkLst>
            <pc:docMk/>
            <pc:sldMk cId="1222977130" sldId="270"/>
            <ac:cxnSpMk id="15" creationId="{7E915AF1-2E35-7C0C-1A2A-6AE6979D378E}"/>
          </ac:cxnSpMkLst>
        </pc:cxnChg>
      </pc:sldChg>
      <pc:sldChg chg="modSp mod">
        <pc:chgData name="Wick, Felix" userId="85efb633-acf6-425d-a271-4f136bfa2fb0" providerId="ADAL" clId="{DACC29C2-A778-45C7-8543-4D646C639406}" dt="2025-03-04T20:46:39.963" v="9983" actId="20577"/>
        <pc:sldMkLst>
          <pc:docMk/>
          <pc:sldMk cId="416698772" sldId="273"/>
        </pc:sldMkLst>
        <pc:spChg chg="mod">
          <ac:chgData name="Wick, Felix" userId="85efb633-acf6-425d-a271-4f136bfa2fb0" providerId="ADAL" clId="{DACC29C2-A778-45C7-8543-4D646C639406}" dt="2025-03-04T20:44:41.893" v="9909" actId="20577"/>
          <ac:spMkLst>
            <pc:docMk/>
            <pc:sldMk cId="416698772" sldId="273"/>
            <ac:spMk id="3" creationId="{A38F5385-3D28-5888-81C2-6F3B69612492}"/>
          </ac:spMkLst>
        </pc:spChg>
        <pc:spChg chg="mod">
          <ac:chgData name="Wick, Felix" userId="85efb633-acf6-425d-a271-4f136bfa2fb0" providerId="ADAL" clId="{DACC29C2-A778-45C7-8543-4D646C639406}" dt="2025-03-04T20:46:39.963" v="9983" actId="20577"/>
          <ac:spMkLst>
            <pc:docMk/>
            <pc:sldMk cId="416698772" sldId="273"/>
            <ac:spMk id="7" creationId="{7A972C6E-98A6-FAFD-CFCE-F015265C1ED3}"/>
          </ac:spMkLst>
        </pc:spChg>
      </pc:sldChg>
      <pc:sldChg chg="modSp mod">
        <pc:chgData name="Wick, Felix" userId="85efb633-acf6-425d-a271-4f136bfa2fb0" providerId="ADAL" clId="{DACC29C2-A778-45C7-8543-4D646C639406}" dt="2025-03-04T20:46:56.068" v="9985" actId="20577"/>
        <pc:sldMkLst>
          <pc:docMk/>
          <pc:sldMk cId="4285788788" sldId="274"/>
        </pc:sldMkLst>
        <pc:spChg chg="mod">
          <ac:chgData name="Wick, Felix" userId="85efb633-acf6-425d-a271-4f136bfa2fb0" providerId="ADAL" clId="{DACC29C2-A778-45C7-8543-4D646C639406}" dt="2025-03-04T20:46:56.068" v="9985" actId="20577"/>
          <ac:spMkLst>
            <pc:docMk/>
            <pc:sldMk cId="4285788788" sldId="274"/>
            <ac:spMk id="3" creationId="{B53C8555-6DF0-7E23-C082-267DC1253A18}"/>
          </ac:spMkLst>
        </pc:spChg>
      </pc:sldChg>
      <pc:sldChg chg="modSp del mod">
        <pc:chgData name="Wick, Felix" userId="85efb633-acf6-425d-a271-4f136bfa2fb0" providerId="ADAL" clId="{DACC29C2-A778-45C7-8543-4D646C639406}" dt="2025-03-13T14:52:48.889" v="21602" actId="47"/>
        <pc:sldMkLst>
          <pc:docMk/>
          <pc:sldMk cId="28529905" sldId="275"/>
        </pc:sldMkLst>
      </pc:sldChg>
      <pc:sldChg chg="modSp mod chgLayout">
        <pc:chgData name="Wick, Felix" userId="85efb633-acf6-425d-a271-4f136bfa2fb0" providerId="ADAL" clId="{DACC29C2-A778-45C7-8543-4D646C639406}" dt="2025-03-11T18:47:16.584" v="15543" actId="14100"/>
        <pc:sldMkLst>
          <pc:docMk/>
          <pc:sldMk cId="3342103182" sldId="276"/>
        </pc:sldMkLst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2" creationId="{972B56CE-A757-C5D6-D29F-D5A937F8E774}"/>
          </ac:spMkLst>
        </pc:spChg>
        <pc:spChg chg="mod ord">
          <ac:chgData name="Wick, Felix" userId="85efb633-acf6-425d-a271-4f136bfa2fb0" providerId="ADAL" clId="{DACC29C2-A778-45C7-8543-4D646C639406}" dt="2025-03-11T18:47:16.584" v="15543" actId="14100"/>
          <ac:spMkLst>
            <pc:docMk/>
            <pc:sldMk cId="3342103182" sldId="276"/>
            <ac:spMk id="3" creationId="{67DD6CF0-719D-4091-507F-7E895EA77B8F}"/>
          </ac:spMkLst>
        </pc:spChg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4" creationId="{12425449-36B3-7ADF-7AD7-4F782FC4CB03}"/>
          </ac:spMkLst>
        </pc:spChg>
        <pc:spChg chg="mod">
          <ac:chgData name="Wick, Felix" userId="85efb633-acf6-425d-a271-4f136bfa2fb0" providerId="ADAL" clId="{DACC29C2-A778-45C7-8543-4D646C639406}" dt="2025-03-04T21:02:41.592" v="10546" actId="1038"/>
          <ac:spMkLst>
            <pc:docMk/>
            <pc:sldMk cId="3342103182" sldId="276"/>
            <ac:spMk id="8" creationId="{BADEFAE0-E2E8-9956-139B-FC015E3F1922}"/>
          </ac:spMkLst>
        </pc:spChg>
        <pc:spChg chg="mod">
          <ac:chgData name="Wick, Felix" userId="85efb633-acf6-425d-a271-4f136bfa2fb0" providerId="ADAL" clId="{DACC29C2-A778-45C7-8543-4D646C639406}" dt="2025-03-04T21:02:41.295" v="10537" actId="1076"/>
          <ac:spMkLst>
            <pc:docMk/>
            <pc:sldMk cId="3342103182" sldId="276"/>
            <ac:spMk id="13" creationId="{9035F221-63B9-6BF9-B047-4D14BB71655F}"/>
          </ac:spMkLst>
        </pc:spChg>
        <pc:picChg chg="mod">
          <ac:chgData name="Wick, Felix" userId="85efb633-acf6-425d-a271-4f136bfa2fb0" providerId="ADAL" clId="{DACC29C2-A778-45C7-8543-4D646C639406}" dt="2025-03-04T21:02:41.394" v="10540" actId="1076"/>
          <ac:picMkLst>
            <pc:docMk/>
            <pc:sldMk cId="3342103182" sldId="276"/>
            <ac:picMk id="12" creationId="{9079BF8D-3AB9-563D-7A31-575C25023BD5}"/>
          </ac:picMkLst>
        </pc:picChg>
        <pc:cxnChg chg="mod">
          <ac:chgData name="Wick, Felix" userId="85efb633-acf6-425d-a271-4f136bfa2fb0" providerId="ADAL" clId="{DACC29C2-A778-45C7-8543-4D646C639406}" dt="2025-03-04T21:02:41.592" v="10546" actId="1038"/>
          <ac:cxnSpMkLst>
            <pc:docMk/>
            <pc:sldMk cId="3342103182" sldId="276"/>
            <ac:cxnSpMk id="10" creationId="{80B2E127-B6A8-E4A9-F1C7-FF64E655138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28:29.264" v="15321" actId="1076"/>
        <pc:sldMkLst>
          <pc:docMk/>
          <pc:sldMk cId="3646794221" sldId="280"/>
        </pc:sldMkLst>
        <pc:spChg chg="mod">
          <ac:chgData name="Wick, Felix" userId="85efb633-acf6-425d-a271-4f136bfa2fb0" providerId="ADAL" clId="{DACC29C2-A778-45C7-8543-4D646C639406}" dt="2025-03-09T21:52:50.998" v="11814" actId="20577"/>
          <ac:spMkLst>
            <pc:docMk/>
            <pc:sldMk cId="3646794221" sldId="280"/>
            <ac:spMk id="3" creationId="{29945872-D040-A778-F947-8CB9B0E15E00}"/>
          </ac:spMkLst>
        </pc:spChg>
        <pc:spChg chg="add mod">
          <ac:chgData name="Wick, Felix" userId="85efb633-acf6-425d-a271-4f136bfa2fb0" providerId="ADAL" clId="{DACC29C2-A778-45C7-8543-4D646C639406}" dt="2025-03-11T13:28:29.264" v="15321" actId="1076"/>
          <ac:spMkLst>
            <pc:docMk/>
            <pc:sldMk cId="3646794221" sldId="280"/>
            <ac:spMk id="5" creationId="{6FC77C72-EE18-C4F3-7102-FE787DC76B98}"/>
          </ac:spMkLst>
        </pc:spChg>
        <pc:spChg chg="mod">
          <ac:chgData name="Wick, Felix" userId="85efb633-acf6-425d-a271-4f136bfa2fb0" providerId="ADAL" clId="{DACC29C2-A778-45C7-8543-4D646C639406}" dt="2025-03-09T21:54:08.520" v="11854" actId="1076"/>
          <ac:spMkLst>
            <pc:docMk/>
            <pc:sldMk cId="3646794221" sldId="280"/>
            <ac:spMk id="19" creationId="{CED0E960-D87B-FCD5-860D-C122F94948B4}"/>
          </ac:spMkLst>
        </pc:spChg>
        <pc:spChg chg="add del mod">
          <ac:chgData name="Wick, Felix" userId="85efb633-acf6-425d-a271-4f136bfa2fb0" providerId="ADAL" clId="{DACC29C2-A778-45C7-8543-4D646C639406}" dt="2025-03-09T21:53:07.872" v="11836" actId="1036"/>
          <ac:spMkLst>
            <pc:docMk/>
            <pc:sldMk cId="3646794221" sldId="280"/>
            <ac:spMk id="21" creationId="{BB16D835-0410-63C6-984F-8F0D2C19AD79}"/>
          </ac:spMkLst>
        </pc:spChg>
        <pc:spChg chg="add del mod">
          <ac:chgData name="Wick, Felix" userId="85efb633-acf6-425d-a271-4f136bfa2fb0" providerId="ADAL" clId="{DACC29C2-A778-45C7-8543-4D646C639406}" dt="2025-03-09T21:54:55.062" v="11889" actId="1076"/>
          <ac:spMkLst>
            <pc:docMk/>
            <pc:sldMk cId="3646794221" sldId="280"/>
            <ac:spMk id="22" creationId="{98C17276-3A4B-516A-B044-89D5AE63745F}"/>
          </ac:spMkLst>
        </pc:spChg>
        <pc:spChg chg="mod">
          <ac:chgData name="Wick, Felix" userId="85efb633-acf6-425d-a271-4f136bfa2fb0" providerId="ADAL" clId="{DACC29C2-A778-45C7-8543-4D646C639406}" dt="2025-03-09T21:25:11.224" v="11403" actId="1036"/>
          <ac:spMkLst>
            <pc:docMk/>
            <pc:sldMk cId="3646794221" sldId="280"/>
            <ac:spMk id="34" creationId="{416DF45E-F683-CC7D-C4A5-58FB2DB8AEDE}"/>
          </ac:spMkLst>
        </pc:spChg>
        <pc:picChg chg="mod">
          <ac:chgData name="Wick, Felix" userId="85efb633-acf6-425d-a271-4f136bfa2fb0" providerId="ADAL" clId="{DACC29C2-A778-45C7-8543-4D646C639406}" dt="2025-03-09T21:51:22.585" v="11807" actId="1076"/>
          <ac:picMkLst>
            <pc:docMk/>
            <pc:sldMk cId="3646794221" sldId="280"/>
            <ac:picMk id="6" creationId="{19A6DFB9-DB90-0D13-EF8E-FF304FB58D3F}"/>
          </ac:picMkLst>
        </pc:picChg>
        <pc:cxnChg chg="mod">
          <ac:chgData name="Wick, Felix" userId="85efb633-acf6-425d-a271-4f136bfa2fb0" providerId="ADAL" clId="{DACC29C2-A778-45C7-8543-4D646C639406}" dt="2025-03-09T21:53:20.435" v="11838" actId="14100"/>
          <ac:cxnSpMkLst>
            <pc:docMk/>
            <pc:sldMk cId="3646794221" sldId="280"/>
            <ac:cxnSpMk id="8" creationId="{B12BBB2B-F6C7-FD92-20B5-C363C5428A16}"/>
          </ac:cxnSpMkLst>
        </pc:cxnChg>
        <pc:cxnChg chg="mod">
          <ac:chgData name="Wick, Felix" userId="85efb633-acf6-425d-a271-4f136bfa2fb0" providerId="ADAL" clId="{DACC29C2-A778-45C7-8543-4D646C639406}" dt="2025-03-09T21:53:15.504" v="11837" actId="14100"/>
          <ac:cxnSpMkLst>
            <pc:docMk/>
            <pc:sldMk cId="3646794221" sldId="280"/>
            <ac:cxnSpMk id="10" creationId="{959D5BBA-F854-2A69-E203-60073BB09181}"/>
          </ac:cxnSpMkLst>
        </pc:cxnChg>
        <pc:cxnChg chg="add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16" creationId="{606F7AC4-09B2-802B-1DCA-8FE2298FDB2C}"/>
          </ac:cxnSpMkLst>
        </pc:cxnChg>
        <pc:cxnChg chg="add del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26" creationId="{95528652-11FD-350A-26C8-9E6ECD9A1AB0}"/>
          </ac:cxnSpMkLst>
        </pc:cxnChg>
        <pc:cxnChg chg="mod">
          <ac:chgData name="Wick, Felix" userId="85efb633-acf6-425d-a271-4f136bfa2fb0" providerId="ADAL" clId="{DACC29C2-A778-45C7-8543-4D646C639406}" dt="2025-03-09T21:55:06.519" v="11891" actId="14100"/>
          <ac:cxnSpMkLst>
            <pc:docMk/>
            <pc:sldMk cId="3646794221" sldId="280"/>
            <ac:cxnSpMk id="28" creationId="{A3DF3077-3CBC-E817-F1A6-04197C769F12}"/>
          </ac:cxnSpMkLst>
        </pc:cxnChg>
      </pc:sldChg>
      <pc:sldChg chg="modSp mod">
        <pc:chgData name="Wick, Felix" userId="85efb633-acf6-425d-a271-4f136bfa2fb0" providerId="ADAL" clId="{DACC29C2-A778-45C7-8543-4D646C639406}" dt="2025-03-10T23:24:12.731" v="12701" actId="20577"/>
        <pc:sldMkLst>
          <pc:docMk/>
          <pc:sldMk cId="1884253723" sldId="281"/>
        </pc:sldMkLst>
        <pc:spChg chg="mod">
          <ac:chgData name="Wick, Felix" userId="85efb633-acf6-425d-a271-4f136bfa2fb0" providerId="ADAL" clId="{DACC29C2-A778-45C7-8543-4D646C639406}" dt="2025-03-10T23:24:12.731" v="12701" actId="20577"/>
          <ac:spMkLst>
            <pc:docMk/>
            <pc:sldMk cId="1884253723" sldId="281"/>
            <ac:spMk id="3" creationId="{1F0C0982-28EA-B591-5F89-28F258F77789}"/>
          </ac:spMkLst>
        </pc:spChg>
      </pc:sldChg>
      <pc:sldChg chg="delSp modSp mod">
        <pc:chgData name="Wick, Felix" userId="85efb633-acf6-425d-a271-4f136bfa2fb0" providerId="ADAL" clId="{DACC29C2-A778-45C7-8543-4D646C639406}" dt="2025-02-28T21:58:37.089" v="2900" actId="20577"/>
        <pc:sldMkLst>
          <pc:docMk/>
          <pc:sldMk cId="2933469855" sldId="282"/>
        </pc:sldMkLst>
        <pc:spChg chg="mod">
          <ac:chgData name="Wick, Felix" userId="85efb633-acf6-425d-a271-4f136bfa2fb0" providerId="ADAL" clId="{DACC29C2-A778-45C7-8543-4D646C639406}" dt="2025-02-28T21:58:37.089" v="2900" actId="20577"/>
          <ac:spMkLst>
            <pc:docMk/>
            <pc:sldMk cId="2933469855" sldId="282"/>
            <ac:spMk id="3" creationId="{E55011B8-5EEE-3602-A460-9F29BB6C2063}"/>
          </ac:spMkLst>
        </pc:spChg>
      </pc:sldChg>
      <pc:sldChg chg="modSp mod">
        <pc:chgData name="Wick, Felix" userId="85efb633-acf6-425d-a271-4f136bfa2fb0" providerId="ADAL" clId="{DACC29C2-A778-45C7-8543-4D646C639406}" dt="2025-02-28T10:03:34.390" v="582" actId="14100"/>
        <pc:sldMkLst>
          <pc:docMk/>
          <pc:sldMk cId="2783926056" sldId="302"/>
        </pc:sldMkLst>
        <pc:spChg chg="mod">
          <ac:chgData name="Wick, Felix" userId="85efb633-acf6-425d-a271-4f136bfa2fb0" providerId="ADAL" clId="{DACC29C2-A778-45C7-8543-4D646C639406}" dt="2025-02-28T10:03:34.390" v="582" actId="14100"/>
          <ac:spMkLst>
            <pc:docMk/>
            <pc:sldMk cId="2783926056" sldId="302"/>
            <ac:spMk id="3" creationId="{5FA4D080-C343-7746-B3C2-41F8EBCD30B4}"/>
          </ac:spMkLst>
        </pc:spChg>
        <pc:spChg chg="mod">
          <ac:chgData name="Wick, Felix" userId="85efb633-acf6-425d-a271-4f136bfa2fb0" providerId="ADAL" clId="{DACC29C2-A778-45C7-8543-4D646C639406}" dt="2025-02-28T10:03:23.062" v="581" actId="1076"/>
          <ac:spMkLst>
            <pc:docMk/>
            <pc:sldMk cId="2783926056" sldId="302"/>
            <ac:spMk id="5" creationId="{E2AA4B8D-555A-2D6B-FD2B-CC021E6DA531}"/>
          </ac:spMkLst>
        </pc:spChg>
      </pc:sldChg>
      <pc:sldChg chg="modSp mod">
        <pc:chgData name="Wick, Felix" userId="85efb633-acf6-425d-a271-4f136bfa2fb0" providerId="ADAL" clId="{DACC29C2-A778-45C7-8543-4D646C639406}" dt="2025-03-11T08:36:32.085" v="13518" actId="1076"/>
        <pc:sldMkLst>
          <pc:docMk/>
          <pc:sldMk cId="3022990104" sldId="307"/>
        </pc:sldMkLst>
        <pc:spChg chg="mod">
          <ac:chgData name="Wick, Felix" userId="85efb633-acf6-425d-a271-4f136bfa2fb0" providerId="ADAL" clId="{DACC29C2-A778-45C7-8543-4D646C639406}" dt="2025-03-11T08:35:58.437" v="13516" actId="20577"/>
          <ac:spMkLst>
            <pc:docMk/>
            <pc:sldMk cId="3022990104" sldId="307"/>
            <ac:spMk id="8" creationId="{810711E5-A148-18BC-EF8F-1A61C81EED33}"/>
          </ac:spMkLst>
        </pc:spChg>
        <pc:picChg chg="mod">
          <ac:chgData name="Wick, Felix" userId="85efb633-acf6-425d-a271-4f136bfa2fb0" providerId="ADAL" clId="{DACC29C2-A778-45C7-8543-4D646C639406}" dt="2025-03-11T08:36:32.085" v="13518" actId="1076"/>
          <ac:picMkLst>
            <pc:docMk/>
            <pc:sldMk cId="3022990104" sldId="307"/>
            <ac:picMk id="1026" creationId="{38326D57-B4E5-7E18-072D-0620717370DF}"/>
          </ac:picMkLst>
        </pc:picChg>
      </pc:sldChg>
      <pc:sldChg chg="modSp">
        <pc:chgData name="Wick, Felix" userId="85efb633-acf6-425d-a271-4f136bfa2fb0" providerId="ADAL" clId="{DACC29C2-A778-45C7-8543-4D646C639406}" dt="2025-03-04T20:46:50.396" v="9984" actId="20577"/>
        <pc:sldMkLst>
          <pc:docMk/>
          <pc:sldMk cId="2698973814" sldId="311"/>
        </pc:sldMkLst>
        <pc:spChg chg="mod">
          <ac:chgData name="Wick, Felix" userId="85efb633-acf6-425d-a271-4f136bfa2fb0" providerId="ADAL" clId="{DACC29C2-A778-45C7-8543-4D646C639406}" dt="2025-03-04T20:46:50.396" v="9984" actId="20577"/>
          <ac:spMkLst>
            <pc:docMk/>
            <pc:sldMk cId="2698973814" sldId="311"/>
            <ac:spMk id="3" creationId="{B0D4BE74-7B1A-6775-F824-4757417F3E47}"/>
          </ac:spMkLst>
        </pc:spChg>
      </pc:sldChg>
      <pc:sldChg chg="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81699343" sldId="319"/>
        </pc:sldMkLst>
      </pc:sldChg>
      <pc:sldChg chg="modSp del mod">
        <pc:chgData name="Wick, Felix" userId="85efb633-acf6-425d-a271-4f136bfa2fb0" providerId="ADAL" clId="{DACC29C2-A778-45C7-8543-4D646C639406}" dt="2025-03-12T21:44:03.425" v="19486" actId="1036"/>
        <pc:sldMkLst>
          <pc:docMk/>
          <pc:sldMk cId="2804191858" sldId="320"/>
        </pc:sldMkLst>
        <pc:spChg chg="mod">
          <ac:chgData name="Wick, Felix" userId="85efb633-acf6-425d-a271-4f136bfa2fb0" providerId="ADAL" clId="{DACC29C2-A778-45C7-8543-4D646C639406}" dt="2025-03-12T21:43:47.753" v="19484" actId="20577"/>
          <ac:spMkLst>
            <pc:docMk/>
            <pc:sldMk cId="2804191858" sldId="320"/>
            <ac:spMk id="6" creationId="{6F017680-C8C3-4448-E421-142A36644C2A}"/>
          </ac:spMkLst>
        </pc:spChg>
        <pc:spChg chg="mod">
          <ac:chgData name="Wick, Felix" userId="85efb633-acf6-425d-a271-4f136bfa2fb0" providerId="ADAL" clId="{DACC29C2-A778-45C7-8543-4D646C639406}" dt="2025-03-12T21:44:03.425" v="19486" actId="1036"/>
          <ac:spMkLst>
            <pc:docMk/>
            <pc:sldMk cId="2804191858" sldId="320"/>
            <ac:spMk id="7" creationId="{D7EA8264-EE54-2A93-FC6E-01188FBD7C7C}"/>
          </ac:spMkLst>
        </pc:spChg>
      </pc:sldChg>
      <pc:sldChg chg="modSp mod">
        <pc:chgData name="Wick, Felix" userId="85efb633-acf6-425d-a271-4f136bfa2fb0" providerId="ADAL" clId="{DACC29C2-A778-45C7-8543-4D646C639406}" dt="2025-03-11T13:47:35.311" v="15464" actId="20577"/>
        <pc:sldMkLst>
          <pc:docMk/>
          <pc:sldMk cId="1190384771" sldId="323"/>
        </pc:sldMkLst>
        <pc:spChg chg="mod">
          <ac:chgData name="Wick, Felix" userId="85efb633-acf6-425d-a271-4f136bfa2fb0" providerId="ADAL" clId="{DACC29C2-A778-45C7-8543-4D646C639406}" dt="2025-03-11T13:47:35.311" v="15464" actId="20577"/>
          <ac:spMkLst>
            <pc:docMk/>
            <pc:sldMk cId="1190384771" sldId="323"/>
            <ac:spMk id="3" creationId="{04C76BBB-2079-38AD-4A43-DA2158A4E50A}"/>
          </ac:spMkLst>
        </pc:spChg>
        <pc:spChg chg="mod">
          <ac:chgData name="Wick, Felix" userId="85efb633-acf6-425d-a271-4f136bfa2fb0" providerId="ADAL" clId="{DACC29C2-A778-45C7-8543-4D646C639406}" dt="2025-03-11T08:34:16.144" v="13509" actId="14100"/>
          <ac:spMkLst>
            <pc:docMk/>
            <pc:sldMk cId="1190384771" sldId="323"/>
            <ac:spMk id="9" creationId="{0F2B1A66-B02D-5257-6281-B7DF99C44AB9}"/>
          </ac:spMkLst>
        </pc:spChg>
        <pc:spChg chg="mod">
          <ac:chgData name="Wick, Felix" userId="85efb633-acf6-425d-a271-4f136bfa2fb0" providerId="ADAL" clId="{DACC29C2-A778-45C7-8543-4D646C639406}" dt="2025-03-11T08:34:02.083" v="13508" actId="14100"/>
          <ac:spMkLst>
            <pc:docMk/>
            <pc:sldMk cId="1190384771" sldId="323"/>
            <ac:spMk id="11" creationId="{DCE4BBCE-3566-814F-1379-8D103BFB9BAD}"/>
          </ac:spMkLst>
        </pc:spChg>
        <pc:spChg chg="mod">
          <ac:chgData name="Wick, Felix" userId="85efb633-acf6-425d-a271-4f136bfa2fb0" providerId="ADAL" clId="{DACC29C2-A778-45C7-8543-4D646C639406}" dt="2025-03-11T08:34:38.112" v="13510" actId="1076"/>
          <ac:spMkLst>
            <pc:docMk/>
            <pc:sldMk cId="1190384771" sldId="323"/>
            <ac:spMk id="14" creationId="{7EE99664-B90B-621C-6D43-FFCE8A1B561B}"/>
          </ac:spMkLst>
        </pc:spChg>
        <pc:cxnChg chg="mod">
          <ac:chgData name="Wick, Felix" userId="85efb633-acf6-425d-a271-4f136bfa2fb0" providerId="ADAL" clId="{DACC29C2-A778-45C7-8543-4D646C639406}" dt="2025-03-11T08:35:02.602" v="13515" actId="14100"/>
          <ac:cxnSpMkLst>
            <pc:docMk/>
            <pc:sldMk cId="1190384771" sldId="323"/>
            <ac:cxnSpMk id="16" creationId="{C54626D9-77E5-BF3F-D262-9C521C21706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47:36.415" v="15466" actId="20577"/>
        <pc:sldMkLst>
          <pc:docMk/>
          <pc:sldMk cId="1196066773" sldId="631"/>
        </pc:sldMkLst>
        <pc:spChg chg="mod">
          <ac:chgData name="Wick, Felix" userId="85efb633-acf6-425d-a271-4f136bfa2fb0" providerId="ADAL" clId="{DACC29C2-A778-45C7-8543-4D646C639406}" dt="2025-03-11T13:47:36.415" v="15466" actId="20577"/>
          <ac:spMkLst>
            <pc:docMk/>
            <pc:sldMk cId="1196066773" sldId="631"/>
            <ac:spMk id="2" creationId="{A1DB3763-9386-C47A-F02A-CE7DD4572855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5" creationId="{F0D3D027-962B-DD47-A8CB-13988C08429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1" creationId="{8EAF2078-6D99-E92B-15A8-827B5A28E0C7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6" creationId="{8DA22B16-EDCE-F8EE-1962-FA3D32DF665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8" creationId="{48A2B951-BCE6-950C-E566-C09D502B6C54}"/>
          </ac:spMkLst>
        </pc:spChg>
        <pc:picChg chg="mod">
          <ac:chgData name="Wick, Felix" userId="85efb633-acf6-425d-a271-4f136bfa2fb0" providerId="ADAL" clId="{DACC29C2-A778-45C7-8543-4D646C639406}" dt="2025-03-10T23:43:34.696" v="12983" actId="1036"/>
          <ac:picMkLst>
            <pc:docMk/>
            <pc:sldMk cId="1196066773" sldId="631"/>
            <ac:picMk id="7" creationId="{9AF29264-9957-8445-88DC-420ED29EAA7F}"/>
          </ac:picMkLst>
        </pc:pic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19" creationId="{C3B0B6EA-E577-906B-DFF6-E199E421C8E2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3" creationId="{A33E8E98-191F-8C96-7EEE-517BB47D5BBD}"/>
          </ac:cxnSpMkLst>
        </pc:cxnChg>
        <pc:cxnChg chg="add 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4" creationId="{8E69CC95-3D52-4AF8-9AD1-4F5B32C5A26F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32" creationId="{4020695E-09BD-CEC3-8D36-631363C01434}"/>
          </ac:cxnSpMkLst>
        </pc:cxnChg>
      </pc:sldChg>
      <pc:sldChg chg="modSp mod">
        <pc:chgData name="Wick, Felix" userId="85efb633-acf6-425d-a271-4f136bfa2fb0" providerId="ADAL" clId="{DACC29C2-A778-45C7-8543-4D646C639406}" dt="2025-02-28T23:29:13.401" v="4953" actId="20577"/>
        <pc:sldMkLst>
          <pc:docMk/>
          <pc:sldMk cId="1107238145" sldId="633"/>
        </pc:sldMkLst>
        <pc:spChg chg="mod">
          <ac:chgData name="Wick, Felix" userId="85efb633-acf6-425d-a271-4f136bfa2fb0" providerId="ADAL" clId="{DACC29C2-A778-45C7-8543-4D646C639406}" dt="2025-02-28T23:29:13.401" v="4953" actId="20577"/>
          <ac:spMkLst>
            <pc:docMk/>
            <pc:sldMk cId="1107238145" sldId="633"/>
            <ac:spMk id="3" creationId="{1249B1B0-1661-F50C-4ACA-6DE3D65E4E9B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8T10:16:49.051" v="21690" actId="14100"/>
        <pc:sldMkLst>
          <pc:docMk/>
          <pc:sldMk cId="2583285625" sldId="634"/>
        </pc:sldMkLst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2" creationId="{98D4D7E3-700E-1091-5389-5C4155B94EE1}"/>
          </ac:spMkLst>
        </pc:spChg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3" creationId="{F293A203-1041-8C0A-7D41-9E1122486ED4}"/>
          </ac:spMkLst>
        </pc:spChg>
        <pc:spChg chg="add mod ord">
          <ac:chgData name="Wick, Felix" userId="85efb633-acf6-425d-a271-4f136bfa2fb0" providerId="ADAL" clId="{DACC29C2-A778-45C7-8543-4D646C639406}" dt="2025-03-18T10:16:49.051" v="21690" actId="14100"/>
          <ac:spMkLst>
            <pc:docMk/>
            <pc:sldMk cId="2583285625" sldId="634"/>
            <ac:spMk id="6" creationId="{C739FDE9-1753-8781-B511-6E9614437CC4}"/>
          </ac:spMkLst>
        </pc:spChg>
        <pc:spChg chg="add mod">
          <ac:chgData name="Wick, Felix" userId="85efb633-acf6-425d-a271-4f136bfa2fb0" providerId="ADAL" clId="{DACC29C2-A778-45C7-8543-4D646C639406}" dt="2025-02-28T13:37:43.093" v="1799" actId="1076"/>
          <ac:spMkLst>
            <pc:docMk/>
            <pc:sldMk cId="2583285625" sldId="634"/>
            <ac:spMk id="12" creationId="{72B51D46-F657-D01A-A957-B863C10D3D4B}"/>
          </ac:spMkLst>
        </pc:spChg>
        <pc:picChg chg="add mod">
          <ac:chgData name="Wick, Felix" userId="85efb633-acf6-425d-a271-4f136bfa2fb0" providerId="ADAL" clId="{DACC29C2-A778-45C7-8543-4D646C639406}" dt="2025-02-28T13:38:24.813" v="1822" actId="1076"/>
          <ac:picMkLst>
            <pc:docMk/>
            <pc:sldMk cId="2583285625" sldId="634"/>
            <ac:picMk id="1026" creationId="{F3786512-1124-EFBD-5C23-4ECFF1CE46A9}"/>
          </ac:picMkLst>
        </pc:picChg>
        <pc:picChg chg="add mod">
          <ac:chgData name="Wick, Felix" userId="85efb633-acf6-425d-a271-4f136bfa2fb0" providerId="ADAL" clId="{DACC29C2-A778-45C7-8543-4D646C639406}" dt="2025-02-28T13:22:18.092" v="1414" actId="1076"/>
          <ac:picMkLst>
            <pc:docMk/>
            <pc:sldMk cId="2583285625" sldId="634"/>
            <ac:picMk id="1028" creationId="{D75544C2-4A68-F54D-D427-1DCC3D650AD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06:32.526" v="6086" actId="14100"/>
        <pc:sldMkLst>
          <pc:docMk/>
          <pc:sldMk cId="2684778004" sldId="635"/>
        </pc:sldMkLst>
        <pc:spChg chg="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4" creationId="{08A31019-E704-98AF-386F-5EAB70A39A9E}"/>
          </ac:spMkLst>
        </pc:spChg>
        <pc:spChg chg="add 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5" creationId="{91C31BD1-2F62-3D06-0E3C-9FA606B48565}"/>
          </ac:spMkLst>
        </pc:spChg>
        <pc:spChg chg="add mod ord">
          <ac:chgData name="Wick, Felix" userId="85efb633-acf6-425d-a271-4f136bfa2fb0" providerId="ADAL" clId="{DACC29C2-A778-45C7-8543-4D646C639406}" dt="2025-03-02T22:06:32.526" v="6086" actId="14100"/>
          <ac:spMkLst>
            <pc:docMk/>
            <pc:sldMk cId="2684778004" sldId="635"/>
            <ac:spMk id="6" creationId="{45918CA0-37B0-E8D7-595B-A7B8F36DC108}"/>
          </ac:spMkLst>
        </pc:spChg>
        <pc:spChg chg="add mod">
          <ac:chgData name="Wick, Felix" userId="85efb633-acf6-425d-a271-4f136bfa2fb0" providerId="ADAL" clId="{DACC29C2-A778-45C7-8543-4D646C639406}" dt="2025-02-28T23:12:13.815" v="4264" actId="1076"/>
          <ac:spMkLst>
            <pc:docMk/>
            <pc:sldMk cId="2684778004" sldId="635"/>
            <ac:spMk id="10" creationId="{1E5B8D9A-ABEB-5AEA-5230-35116300783F}"/>
          </ac:spMkLst>
        </pc:spChg>
        <pc:picChg chg="add mod">
          <ac:chgData name="Wick, Felix" userId="85efb633-acf6-425d-a271-4f136bfa2fb0" providerId="ADAL" clId="{DACC29C2-A778-45C7-8543-4D646C639406}" dt="2025-02-28T23:12:06.362" v="4263" actId="1036"/>
          <ac:picMkLst>
            <pc:docMk/>
            <pc:sldMk cId="2684778004" sldId="635"/>
            <ac:picMk id="8" creationId="{89C6FBB9-A35E-45B6-3B39-840C918E5D94}"/>
          </ac:picMkLst>
        </pc:picChg>
      </pc:sldChg>
      <pc:sldChg chg="addSp modSp new mod">
        <pc:chgData name="Wick, Felix" userId="85efb633-acf6-425d-a271-4f136bfa2fb0" providerId="ADAL" clId="{DACC29C2-A778-45C7-8543-4D646C639406}" dt="2025-02-28T10:09:57.516" v="622" actId="167"/>
        <pc:sldMkLst>
          <pc:docMk/>
          <pc:sldMk cId="2140471172" sldId="636"/>
        </pc:sldMkLst>
        <pc:spChg chg="mod">
          <ac:chgData name="Wick, Felix" userId="85efb633-acf6-425d-a271-4f136bfa2fb0" providerId="ADAL" clId="{DACC29C2-A778-45C7-8543-4D646C639406}" dt="2025-02-28T09:59:11.577" v="519" actId="20577"/>
          <ac:spMkLst>
            <pc:docMk/>
            <pc:sldMk cId="2140471172" sldId="636"/>
            <ac:spMk id="2" creationId="{4B71E236-FA0D-F89B-836B-D3E1A9C129BE}"/>
          </ac:spMkLst>
        </pc:spChg>
        <pc:spChg chg="mod">
          <ac:chgData name="Wick, Felix" userId="85efb633-acf6-425d-a271-4f136bfa2fb0" providerId="ADAL" clId="{DACC29C2-A778-45C7-8543-4D646C639406}" dt="2025-02-28T10:00:49.720" v="557" actId="20577"/>
          <ac:spMkLst>
            <pc:docMk/>
            <pc:sldMk cId="2140471172" sldId="636"/>
            <ac:spMk id="3" creationId="{45FCB5CF-1A0F-3C85-74D2-9AD280390B4C}"/>
          </ac:spMkLst>
        </pc:spChg>
        <pc:picChg chg="add mod ord">
          <ac:chgData name="Wick, Felix" userId="85efb633-acf6-425d-a271-4f136bfa2fb0" providerId="ADAL" clId="{DACC29C2-A778-45C7-8543-4D646C639406}" dt="2025-02-28T10:09:55.659" v="621" actId="167"/>
          <ac:picMkLst>
            <pc:docMk/>
            <pc:sldMk cId="2140471172" sldId="636"/>
            <ac:picMk id="6" creationId="{19719576-94A4-32DC-8678-41623AE1D1B7}"/>
          </ac:picMkLst>
        </pc:picChg>
        <pc:picChg chg="add mod">
          <ac:chgData name="Wick, Felix" userId="85efb633-acf6-425d-a271-4f136bfa2fb0" providerId="ADAL" clId="{DACC29C2-A778-45C7-8543-4D646C639406}" dt="2025-02-28T10:09:57.516" v="622" actId="167"/>
          <ac:picMkLst>
            <pc:docMk/>
            <pc:sldMk cId="2140471172" sldId="636"/>
            <ac:picMk id="2050" creationId="{22F05D9D-E68B-42FD-61F5-76A96BC78C0B}"/>
          </ac:picMkLst>
        </pc:picChg>
      </pc:sldChg>
      <pc:sldChg chg="addSp delSp modSp new mod">
        <pc:chgData name="Wick, Felix" userId="85efb633-acf6-425d-a271-4f136bfa2fb0" providerId="ADAL" clId="{DACC29C2-A778-45C7-8543-4D646C639406}" dt="2025-02-28T10:34:02.760" v="895" actId="1076"/>
        <pc:sldMkLst>
          <pc:docMk/>
          <pc:sldMk cId="2299162347" sldId="637"/>
        </pc:sldMkLst>
        <pc:spChg chg="mod">
          <ac:chgData name="Wick, Felix" userId="85efb633-acf6-425d-a271-4f136bfa2fb0" providerId="ADAL" clId="{DACC29C2-A778-45C7-8543-4D646C639406}" dt="2025-02-28T10:17:43.393" v="674" actId="20577"/>
          <ac:spMkLst>
            <pc:docMk/>
            <pc:sldMk cId="2299162347" sldId="637"/>
            <ac:spMk id="2" creationId="{AD4DD73E-3081-3D14-70D6-AFC0A992AEDA}"/>
          </ac:spMkLst>
        </pc:spChg>
        <pc:spChg chg="add mod">
          <ac:chgData name="Wick, Felix" userId="85efb633-acf6-425d-a271-4f136bfa2fb0" providerId="ADAL" clId="{DACC29C2-A778-45C7-8543-4D646C639406}" dt="2025-02-28T10:34:02.760" v="895" actId="1076"/>
          <ac:spMkLst>
            <pc:docMk/>
            <pc:sldMk cId="2299162347" sldId="637"/>
            <ac:spMk id="10" creationId="{C83C5160-1A56-C485-58C2-E716FD0AA2D8}"/>
          </ac:spMkLst>
        </pc:spChg>
        <pc:spChg chg="add mod">
          <ac:chgData name="Wick, Felix" userId="85efb633-acf6-425d-a271-4f136bfa2fb0" providerId="ADAL" clId="{DACC29C2-A778-45C7-8543-4D646C639406}" dt="2025-02-28T10:33:36.055" v="889" actId="1076"/>
          <ac:spMkLst>
            <pc:docMk/>
            <pc:sldMk cId="2299162347" sldId="637"/>
            <ac:spMk id="11" creationId="{C251DC0A-0A51-1A85-091D-E1FDE24B145C}"/>
          </ac:spMkLst>
        </pc:spChg>
        <pc:spChg chg="add mod">
          <ac:chgData name="Wick, Felix" userId="85efb633-acf6-425d-a271-4f136bfa2fb0" providerId="ADAL" clId="{DACC29C2-A778-45C7-8543-4D646C639406}" dt="2025-02-28T10:33:47.121" v="893" actId="1076"/>
          <ac:spMkLst>
            <pc:docMk/>
            <pc:sldMk cId="2299162347" sldId="637"/>
            <ac:spMk id="12" creationId="{1E39CEAA-C60F-FD6F-4775-A10C1A255AC8}"/>
          </ac:spMkLst>
        </pc:spChg>
        <pc:picChg chg="add mod">
          <ac:chgData name="Wick, Felix" userId="85efb633-acf6-425d-a271-4f136bfa2fb0" providerId="ADAL" clId="{DACC29C2-A778-45C7-8543-4D646C639406}" dt="2025-02-28T10:33:11.373" v="877" actId="1038"/>
          <ac:picMkLst>
            <pc:docMk/>
            <pc:sldMk cId="2299162347" sldId="637"/>
            <ac:picMk id="7" creationId="{02B31845-7645-8954-121A-3F0BE6E76816}"/>
          </ac:picMkLst>
        </pc:picChg>
        <pc:picChg chg="add mod">
          <ac:chgData name="Wick, Felix" userId="85efb633-acf6-425d-a271-4f136bfa2fb0" providerId="ADAL" clId="{DACC29C2-A778-45C7-8543-4D646C639406}" dt="2025-02-28T10:33:37.728" v="890" actId="1076"/>
          <ac:picMkLst>
            <pc:docMk/>
            <pc:sldMk cId="2299162347" sldId="637"/>
            <ac:picMk id="9" creationId="{400EB2C6-9A9E-8FDF-855F-6BA5B5E0A1E5}"/>
          </ac:picMkLst>
        </pc:picChg>
      </pc:sldChg>
      <pc:sldChg chg="addSp delSp modSp new add del mod modClrScheme chgLayout">
        <pc:chgData name="Wick, Felix" userId="85efb633-acf6-425d-a271-4f136bfa2fb0" providerId="ADAL" clId="{DACC29C2-A778-45C7-8543-4D646C639406}" dt="2025-02-28T10:17:38.426" v="666" actId="47"/>
        <pc:sldMkLst>
          <pc:docMk/>
          <pc:sldMk cId="3115800977" sldId="638"/>
        </pc:sldMkLst>
      </pc:sldChg>
      <pc:sldChg chg="modSp new del mod">
        <pc:chgData name="Wick, Felix" userId="85efb633-acf6-425d-a271-4f136bfa2fb0" providerId="ADAL" clId="{DACC29C2-A778-45C7-8543-4D646C639406}" dt="2025-02-28T23:18:26.246" v="4530" actId="47"/>
        <pc:sldMkLst>
          <pc:docMk/>
          <pc:sldMk cId="3719438947" sldId="638"/>
        </pc:sldMkLst>
      </pc:sldChg>
      <pc:sldChg chg="addSp delSp modSp new mod modClrScheme chgLayout">
        <pc:chgData name="Wick, Felix" userId="85efb633-acf6-425d-a271-4f136bfa2fb0" providerId="ADAL" clId="{DACC29C2-A778-45C7-8543-4D646C639406}" dt="2025-02-28T23:05:44.265" v="4120" actId="167"/>
        <pc:sldMkLst>
          <pc:docMk/>
          <pc:sldMk cId="135831062" sldId="639"/>
        </pc:sldMkLst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2" creationId="{5F03BBD8-8765-F982-4F56-8FAC481D08CC}"/>
          </ac:spMkLst>
        </pc:spChg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3" creationId="{0F24CFF2-D089-C4C1-E1FB-1B7824AFB7C5}"/>
          </ac:spMkLst>
        </pc:spChg>
        <pc:spChg chg="add mod ord">
          <ac:chgData name="Wick, Felix" userId="85efb633-acf6-425d-a271-4f136bfa2fb0" providerId="ADAL" clId="{DACC29C2-A778-45C7-8543-4D646C639406}" dt="2025-02-28T23:05:33.005" v="4099"/>
          <ac:spMkLst>
            <pc:docMk/>
            <pc:sldMk cId="135831062" sldId="639"/>
            <ac:spMk id="4" creationId="{C73E205D-9D96-1A11-C2CD-A634E9B5CE76}"/>
          </ac:spMkLst>
        </pc:spChg>
        <pc:picChg chg="add mod ord">
          <ac:chgData name="Wick, Felix" userId="85efb633-acf6-425d-a271-4f136bfa2fb0" providerId="ADAL" clId="{DACC29C2-A778-45C7-8543-4D646C639406}" dt="2025-02-28T23:05:44.265" v="4120" actId="167"/>
          <ac:picMkLst>
            <pc:docMk/>
            <pc:sldMk cId="135831062" sldId="639"/>
            <ac:picMk id="10" creationId="{FBBA1BD9-B2F2-6741-3D5F-2C7D83B49FE7}"/>
          </ac:picMkLst>
        </pc:picChg>
      </pc:sldChg>
      <pc:sldChg chg="addSp delSp modSp new mod">
        <pc:chgData name="Wick, Felix" userId="85efb633-acf6-425d-a271-4f136bfa2fb0" providerId="ADAL" clId="{DACC29C2-A778-45C7-8543-4D646C639406}" dt="2025-03-04T21:11:59.618" v="10826" actId="1076"/>
        <pc:sldMkLst>
          <pc:docMk/>
          <pc:sldMk cId="3870313619" sldId="640"/>
        </pc:sldMkLst>
        <pc:spChg chg="mod">
          <ac:chgData name="Wick, Felix" userId="85efb633-acf6-425d-a271-4f136bfa2fb0" providerId="ADAL" clId="{DACC29C2-A778-45C7-8543-4D646C639406}" dt="2025-02-28T20:56:30.484" v="1967" actId="20577"/>
          <ac:spMkLst>
            <pc:docMk/>
            <pc:sldMk cId="3870313619" sldId="640"/>
            <ac:spMk id="2" creationId="{38441EAD-D722-0E92-F37F-500D79A9BB13}"/>
          </ac:spMkLst>
        </pc:spChg>
        <pc:spChg chg="add mod">
          <ac:chgData name="Wick, Felix" userId="85efb633-acf6-425d-a271-4f136bfa2fb0" providerId="ADAL" clId="{DACC29C2-A778-45C7-8543-4D646C639406}" dt="2025-03-04T21:11:59.618" v="10826" actId="1076"/>
          <ac:spMkLst>
            <pc:docMk/>
            <pc:sldMk cId="3870313619" sldId="640"/>
            <ac:spMk id="4" creationId="{8D14ADB8-0EBB-7174-F163-168F4C49F552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6" creationId="{F432EDC7-9D5E-6A14-55FD-6E109CF6BF2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9" creationId="{B7087094-D4B4-3E9B-B2E8-C26237C1825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12" creationId="{027BC398-6BDF-2B36-F8C7-BE04CA04BEC0}"/>
          </ac:spMkLst>
        </pc:spChg>
        <pc:picChg chg="add mod ord">
          <ac:chgData name="Wick, Felix" userId="85efb633-acf6-425d-a271-4f136bfa2fb0" providerId="ADAL" clId="{DACC29C2-A778-45C7-8543-4D646C639406}" dt="2025-03-04T21:11:49.715" v="10825" actId="1035"/>
          <ac:picMkLst>
            <pc:docMk/>
            <pc:sldMk cId="3870313619" sldId="640"/>
            <ac:picMk id="7" creationId="{BC116EF6-8361-256F-3C88-DB74586C60EA}"/>
          </ac:picMkLst>
        </pc:pic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8" creationId="{E676A3A0-F7C7-F970-FE1C-2680B35965E5}"/>
          </ac:cxnSpMkLst>
        </pc:cxn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11" creationId="{5F607F4B-6641-68AA-3634-B4BF368A1716}"/>
          </ac:cxnSpMkLst>
        </pc:cxnChg>
      </pc:sldChg>
      <pc:sldChg chg="addSp modSp new mod">
        <pc:chgData name="Wick, Felix" userId="85efb633-acf6-425d-a271-4f136bfa2fb0" providerId="ADAL" clId="{DACC29C2-A778-45C7-8543-4D646C639406}" dt="2025-02-28T22:38:38.182" v="3518" actId="20577"/>
        <pc:sldMkLst>
          <pc:docMk/>
          <pc:sldMk cId="2680177618" sldId="641"/>
        </pc:sldMkLst>
        <pc:spChg chg="mod">
          <ac:chgData name="Wick, Felix" userId="85efb633-acf6-425d-a271-4f136bfa2fb0" providerId="ADAL" clId="{DACC29C2-A778-45C7-8543-4D646C639406}" dt="2025-02-28T21:45:22.354" v="2579" actId="20577"/>
          <ac:spMkLst>
            <pc:docMk/>
            <pc:sldMk cId="2680177618" sldId="641"/>
            <ac:spMk id="2" creationId="{4CB3EC65-4EF0-A0AE-5028-2BE1A88B17DF}"/>
          </ac:spMkLst>
        </pc:spChg>
        <pc:spChg chg="add mod">
          <ac:chgData name="Wick, Felix" userId="85efb633-acf6-425d-a271-4f136bfa2fb0" providerId="ADAL" clId="{DACC29C2-A778-45C7-8543-4D646C639406}" dt="2025-02-28T21:46:25.151" v="2597" actId="1076"/>
          <ac:spMkLst>
            <pc:docMk/>
            <pc:sldMk cId="2680177618" sldId="641"/>
            <ac:spMk id="5" creationId="{49FED476-420D-9280-878D-E5697FC8E379}"/>
          </ac:spMkLst>
        </pc:spChg>
        <pc:spChg chg="add mod">
          <ac:chgData name="Wick, Felix" userId="85efb633-acf6-425d-a271-4f136bfa2fb0" providerId="ADAL" clId="{DACC29C2-A778-45C7-8543-4D646C639406}" dt="2025-02-28T22:38:38.182" v="3518" actId="20577"/>
          <ac:spMkLst>
            <pc:docMk/>
            <pc:sldMk cId="2680177618" sldId="641"/>
            <ac:spMk id="6" creationId="{82035968-D916-A5B8-A744-79691437C636}"/>
          </ac:spMkLst>
        </pc:spChg>
        <pc:spChg chg="add mod">
          <ac:chgData name="Wick, Felix" userId="85efb633-acf6-425d-a271-4f136bfa2fb0" providerId="ADAL" clId="{DACC29C2-A778-45C7-8543-4D646C639406}" dt="2025-02-28T21:49:53.829" v="2783" actId="14100"/>
          <ac:spMkLst>
            <pc:docMk/>
            <pc:sldMk cId="2680177618" sldId="641"/>
            <ac:spMk id="9" creationId="{C7A8D171-393C-A8EE-07DD-37F62BA9AE69}"/>
          </ac:spMkLst>
        </pc:spChg>
        <pc:spChg chg="add mod">
          <ac:chgData name="Wick, Felix" userId="85efb633-acf6-425d-a271-4f136bfa2fb0" providerId="ADAL" clId="{DACC29C2-A778-45C7-8543-4D646C639406}" dt="2025-02-28T21:31:05.290" v="2397" actId="1076"/>
          <ac:spMkLst>
            <pc:docMk/>
            <pc:sldMk cId="2680177618" sldId="641"/>
            <ac:spMk id="12" creationId="{8D47A0B9-735C-801C-A5AA-8D25FD4BF6F4}"/>
          </ac:spMkLst>
        </pc:spChg>
        <pc:spChg chg="add mod">
          <ac:chgData name="Wick, Felix" userId="85efb633-acf6-425d-a271-4f136bfa2fb0" providerId="ADAL" clId="{DACC29C2-A778-45C7-8543-4D646C639406}" dt="2025-02-28T21:49:17.616" v="2766" actId="1076"/>
          <ac:spMkLst>
            <pc:docMk/>
            <pc:sldMk cId="2680177618" sldId="641"/>
            <ac:spMk id="17" creationId="{302FCE96-D1CF-4A67-2875-6E1CB9EC7C4D}"/>
          </ac:spMkLst>
        </pc:spChg>
        <pc:cxnChg chg="add mod">
          <ac:chgData name="Wick, Felix" userId="85efb633-acf6-425d-a271-4f136bfa2fb0" providerId="ADAL" clId="{DACC29C2-A778-45C7-8543-4D646C639406}" dt="2025-02-28T21:33:07.345" v="2421" actId="14100"/>
          <ac:cxnSpMkLst>
            <pc:docMk/>
            <pc:sldMk cId="2680177618" sldId="641"/>
            <ac:cxnSpMk id="8" creationId="{8B378655-C947-C913-AEB0-AF68A96A2E52}"/>
          </ac:cxnSpMkLst>
        </pc:cxnChg>
        <pc:cxnChg chg="add mod">
          <ac:chgData name="Wick, Felix" userId="85efb633-acf6-425d-a271-4f136bfa2fb0" providerId="ADAL" clId="{DACC29C2-A778-45C7-8543-4D646C639406}" dt="2025-02-28T21:33:20.778" v="2427" actId="1035"/>
          <ac:cxnSpMkLst>
            <pc:docMk/>
            <pc:sldMk cId="2680177618" sldId="641"/>
            <ac:cxnSpMk id="11" creationId="{CB204A23-CD5B-9576-6FFD-D25F5BFC0684}"/>
          </ac:cxnSpMkLst>
        </pc:cxnChg>
        <pc:cxnChg chg="add mod">
          <ac:chgData name="Wick, Felix" userId="85efb633-acf6-425d-a271-4f136bfa2fb0" providerId="ADAL" clId="{DACC29C2-A778-45C7-8543-4D646C639406}" dt="2025-02-28T21:49:34.194" v="2768" actId="14100"/>
          <ac:cxnSpMkLst>
            <pc:docMk/>
            <pc:sldMk cId="2680177618" sldId="641"/>
            <ac:cxnSpMk id="19" creationId="{ADA799CA-9800-4737-A656-E9792250826A}"/>
          </ac:cxnSpMkLst>
        </pc:cxnChg>
      </pc:sldChg>
      <pc:sldChg chg="addSp delSp modSp new mod">
        <pc:chgData name="Wick, Felix" userId="85efb633-acf6-425d-a271-4f136bfa2fb0" providerId="ADAL" clId="{DACC29C2-A778-45C7-8543-4D646C639406}" dt="2025-02-28T22:40:45.839" v="3544" actId="5793"/>
        <pc:sldMkLst>
          <pc:docMk/>
          <pc:sldMk cId="306706571" sldId="642"/>
        </pc:sldMkLst>
        <pc:spChg chg="mod">
          <ac:chgData name="Wick, Felix" userId="85efb633-acf6-425d-a271-4f136bfa2fb0" providerId="ADAL" clId="{DACC29C2-A778-45C7-8543-4D646C639406}" dt="2025-02-28T21:59:53.773" v="2930" actId="20577"/>
          <ac:spMkLst>
            <pc:docMk/>
            <pc:sldMk cId="306706571" sldId="642"/>
            <ac:spMk id="2" creationId="{8B7F66D1-339D-CD20-AF3A-1A820DB027A5}"/>
          </ac:spMkLst>
        </pc:spChg>
        <pc:spChg chg="mod">
          <ac:chgData name="Wick, Felix" userId="85efb633-acf6-425d-a271-4f136bfa2fb0" providerId="ADAL" clId="{DACC29C2-A778-45C7-8543-4D646C639406}" dt="2025-02-28T22:40:45.839" v="3544" actId="5793"/>
          <ac:spMkLst>
            <pc:docMk/>
            <pc:sldMk cId="306706571" sldId="642"/>
            <ac:spMk id="3" creationId="{D8FB9C67-823D-7EB6-C7C1-F9A4A736E729}"/>
          </ac:spMkLst>
        </pc:spChg>
      </pc:sldChg>
      <pc:sldChg chg="new del">
        <pc:chgData name="Wick, Felix" userId="85efb633-acf6-425d-a271-4f136bfa2fb0" providerId="ADAL" clId="{DACC29C2-A778-45C7-8543-4D646C639406}" dt="2025-02-28T21:25:41.091" v="2140" actId="680"/>
        <pc:sldMkLst>
          <pc:docMk/>
          <pc:sldMk cId="3916881294" sldId="642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02T21:54:35.174" v="5887" actId="1037"/>
        <pc:sldMkLst>
          <pc:docMk/>
          <pc:sldMk cId="3442234508" sldId="643"/>
        </pc:sldMkLst>
        <pc:spChg chg="add mod ord">
          <ac:chgData name="Wick, Felix" userId="85efb633-acf6-425d-a271-4f136bfa2fb0" providerId="ADAL" clId="{DACC29C2-A778-45C7-8543-4D646C639406}" dt="2025-03-02T21:54:23.217" v="5855" actId="1038"/>
          <ac:spMkLst>
            <pc:docMk/>
            <pc:sldMk cId="3442234508" sldId="643"/>
            <ac:spMk id="2" creationId="{6DEC0078-A9F9-F1B1-AF50-7651EE4830CB}"/>
          </ac:spMkLst>
        </pc:spChg>
        <pc:spChg chg="mod ord">
          <ac:chgData name="Wick, Felix" userId="85efb633-acf6-425d-a271-4f136bfa2fb0" providerId="ADAL" clId="{DACC29C2-A778-45C7-8543-4D646C639406}" dt="2025-02-28T22:45:59.161" v="3609" actId="700"/>
          <ac:spMkLst>
            <pc:docMk/>
            <pc:sldMk cId="3442234508" sldId="643"/>
            <ac:spMk id="3" creationId="{58060F8F-3A55-BAB2-6659-E9ADB4EDDC15}"/>
          </ac:spMkLst>
        </pc:spChg>
        <pc:spChg chg="add mod">
          <ac:chgData name="Wick, Felix" userId="85efb633-acf6-425d-a271-4f136bfa2fb0" providerId="ADAL" clId="{DACC29C2-A778-45C7-8543-4D646C639406}" dt="2025-02-28T22:47:14.858" v="3623" actId="164"/>
          <ac:spMkLst>
            <pc:docMk/>
            <pc:sldMk cId="3442234508" sldId="643"/>
            <ac:spMk id="8" creationId="{0CF6BA49-DFBC-7065-7BB8-E854392DA9C1}"/>
          </ac:spMkLst>
        </pc:spChg>
        <pc:spChg chg="add mod">
          <ac:chgData name="Wick, Felix" userId="85efb633-acf6-425d-a271-4f136bfa2fb0" providerId="ADAL" clId="{DACC29C2-A778-45C7-8543-4D646C639406}" dt="2025-03-02T21:53:31.312" v="5822" actId="1076"/>
          <ac:spMkLst>
            <pc:docMk/>
            <pc:sldMk cId="3442234508" sldId="643"/>
            <ac:spMk id="10" creationId="{EA690B86-1298-15A5-1D12-2D0F24D064D5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1" creationId="{2E6F5EA9-329B-FF65-0938-EADF6C8FCE37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2" creationId="{629D48BB-FA66-9107-9029-89941EF2D922}"/>
          </ac:spMkLst>
        </pc:spChg>
        <pc:grpChg chg="add mod">
          <ac:chgData name="Wick, Felix" userId="85efb633-acf6-425d-a271-4f136bfa2fb0" providerId="ADAL" clId="{DACC29C2-A778-45C7-8543-4D646C639406}" dt="2025-03-02T21:54:35.174" v="5887" actId="1037"/>
          <ac:grpSpMkLst>
            <pc:docMk/>
            <pc:sldMk cId="3442234508" sldId="643"/>
            <ac:grpSpMk id="9" creationId="{6001D14E-AD7E-3DF4-440D-8E16EF0D4329}"/>
          </ac:grpSpMkLst>
        </pc:grpChg>
        <pc:picChg chg="add mod">
          <ac:chgData name="Wick, Felix" userId="85efb633-acf6-425d-a271-4f136bfa2fb0" providerId="ADAL" clId="{DACC29C2-A778-45C7-8543-4D646C639406}" dt="2025-02-28T22:47:14.858" v="3623" actId="164"/>
          <ac:picMkLst>
            <pc:docMk/>
            <pc:sldMk cId="3442234508" sldId="643"/>
            <ac:picMk id="5" creationId="{6CC5C394-23E4-5A1A-223A-063BA9FADAF9}"/>
          </ac:picMkLst>
        </pc:picChg>
        <pc:picChg chg="add mod">
          <ac:chgData name="Wick, Felix" userId="85efb633-acf6-425d-a271-4f136bfa2fb0" providerId="ADAL" clId="{DACC29C2-A778-45C7-8543-4D646C639406}" dt="2025-03-02T21:54:18.667" v="5826" actId="1076"/>
          <ac:picMkLst>
            <pc:docMk/>
            <pc:sldMk cId="3442234508" sldId="643"/>
            <ac:picMk id="6" creationId="{A6DCF29A-72C4-2881-60E5-62443AECCA49}"/>
          </ac:picMkLst>
        </pc:picChg>
        <pc:picChg chg="add mod">
          <ac:chgData name="Wick, Felix" userId="85efb633-acf6-425d-a271-4f136bfa2fb0" providerId="ADAL" clId="{DACC29C2-A778-45C7-8543-4D646C639406}" dt="2025-03-02T21:53:23.776" v="5821" actId="1035"/>
          <ac:picMkLst>
            <pc:docMk/>
            <pc:sldMk cId="3442234508" sldId="643"/>
            <ac:picMk id="7" creationId="{8FB3FD85-8241-14AC-8F57-8A0F7A26D620}"/>
          </ac:picMkLst>
        </pc:pic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4" creationId="{2CD8C970-464D-3FE5-2D96-9B993C655B2D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6" creationId="{95AC0840-61C9-C553-B37E-EE16D569B486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8" creationId="{49B6BFF2-64E5-4AE4-4C1D-D9ED6C46B6FF}"/>
          </ac:cxnSpMkLst>
        </pc:cxnChg>
      </pc:sldChg>
      <pc:sldChg chg="addSp delSp modSp add mod">
        <pc:chgData name="Wick, Felix" userId="85efb633-acf6-425d-a271-4f136bfa2fb0" providerId="ADAL" clId="{DACC29C2-A778-45C7-8543-4D646C639406}" dt="2025-03-02T22:42:39.525" v="6449" actId="20577"/>
        <pc:sldMkLst>
          <pc:docMk/>
          <pc:sldMk cId="3959565506" sldId="644"/>
        </pc:sldMkLst>
        <pc:spChg chg="add mod">
          <ac:chgData name="Wick, Felix" userId="85efb633-acf6-425d-a271-4f136bfa2fb0" providerId="ADAL" clId="{DACC29C2-A778-45C7-8543-4D646C639406}" dt="2025-03-02T22:42:39.525" v="6449" actId="20577"/>
          <ac:spMkLst>
            <pc:docMk/>
            <pc:sldMk cId="3959565506" sldId="644"/>
            <ac:spMk id="4" creationId="{C1B342E7-CBD6-EC0F-8583-E99C7A785980}"/>
          </ac:spMkLst>
        </pc:spChg>
        <pc:spChg chg="add mod">
          <ac:chgData name="Wick, Felix" userId="85efb633-acf6-425d-a271-4f136bfa2fb0" providerId="ADAL" clId="{DACC29C2-A778-45C7-8543-4D646C639406}" dt="2025-02-28T23:07:11.641" v="4166" actId="1076"/>
          <ac:spMkLst>
            <pc:docMk/>
            <pc:sldMk cId="3959565506" sldId="644"/>
            <ac:spMk id="8" creationId="{534405BB-4AE6-3DE0-4435-2BA14D5E5E77}"/>
          </ac:spMkLst>
        </pc:spChg>
        <pc:spChg chg="add mod">
          <ac:chgData name="Wick, Felix" userId="85efb633-acf6-425d-a271-4f136bfa2fb0" providerId="ADAL" clId="{DACC29C2-A778-45C7-8543-4D646C639406}" dt="2025-02-28T23:08:42.240" v="4215" actId="1076"/>
          <ac:spMkLst>
            <pc:docMk/>
            <pc:sldMk cId="3959565506" sldId="644"/>
            <ac:spMk id="9" creationId="{9DFD6788-AB58-0F4E-35CD-B90D5B84217D}"/>
          </ac:spMkLst>
        </pc:spChg>
        <pc:spChg chg="add mod">
          <ac:chgData name="Wick, Felix" userId="85efb633-acf6-425d-a271-4f136bfa2fb0" providerId="ADAL" clId="{DACC29C2-A778-45C7-8543-4D646C639406}" dt="2025-02-28T23:09:19.659" v="4229" actId="1076"/>
          <ac:spMkLst>
            <pc:docMk/>
            <pc:sldMk cId="3959565506" sldId="644"/>
            <ac:spMk id="10" creationId="{48652AAD-4C2D-6DDD-623F-1D148E35CDFB}"/>
          </ac:spMkLst>
        </pc:spChg>
        <pc:spChg chg="add">
          <ac:chgData name="Wick, Felix" userId="85efb633-acf6-425d-a271-4f136bfa2fb0" providerId="ADAL" clId="{DACC29C2-A778-45C7-8543-4D646C639406}" dt="2025-02-28T23:09:06.344" v="4228" actId="11529"/>
          <ac:spMkLst>
            <pc:docMk/>
            <pc:sldMk cId="3959565506" sldId="644"/>
            <ac:spMk id="11" creationId="{54ED28BA-EA2E-6F0F-A0FC-98B49E1CB8F2}"/>
          </ac:spMkLst>
        </pc:spChg>
        <pc:picChg chg="mod">
          <ac:chgData name="Wick, Felix" userId="85efb633-acf6-425d-a271-4f136bfa2fb0" providerId="ADAL" clId="{DACC29C2-A778-45C7-8543-4D646C639406}" dt="2025-02-28T23:06:28.229" v="4123" actId="1076"/>
          <ac:picMkLst>
            <pc:docMk/>
            <pc:sldMk cId="3959565506" sldId="644"/>
            <ac:picMk id="6" creationId="{967E1670-181A-2B55-75DB-A2C2B516C184}"/>
          </ac:picMkLst>
        </pc:picChg>
      </pc:sldChg>
      <pc:sldChg chg="modSp new del mod">
        <pc:chgData name="Wick, Felix" userId="85efb633-acf6-425d-a271-4f136bfa2fb0" providerId="ADAL" clId="{DACC29C2-A778-45C7-8543-4D646C639406}" dt="2025-03-02T22:16:04.286" v="6166" actId="47"/>
        <pc:sldMkLst>
          <pc:docMk/>
          <pc:sldMk cId="2360084184" sldId="645"/>
        </pc:sldMkLst>
      </pc:sldChg>
      <pc:sldChg chg="modSp new mod">
        <pc:chgData name="Wick, Felix" userId="85efb633-acf6-425d-a271-4f136bfa2fb0" providerId="ADAL" clId="{DACC29C2-A778-45C7-8543-4D646C639406}" dt="2025-03-03T22:59:01.279" v="8859" actId="20577"/>
        <pc:sldMkLst>
          <pc:docMk/>
          <pc:sldMk cId="2314303136" sldId="646"/>
        </pc:sldMkLst>
        <pc:spChg chg="mod">
          <ac:chgData name="Wick, Felix" userId="85efb633-acf6-425d-a271-4f136bfa2fb0" providerId="ADAL" clId="{DACC29C2-A778-45C7-8543-4D646C639406}" dt="2025-03-03T22:59:01.279" v="8859" actId="20577"/>
          <ac:spMkLst>
            <pc:docMk/>
            <pc:sldMk cId="2314303136" sldId="646"/>
            <ac:spMk id="2" creationId="{6BDB5EE4-4917-7552-3EF8-535E8FF39714}"/>
          </ac:spMkLst>
        </pc:spChg>
        <pc:spChg chg="mod">
          <ac:chgData name="Wick, Felix" userId="85efb633-acf6-425d-a271-4f136bfa2fb0" providerId="ADAL" clId="{DACC29C2-A778-45C7-8543-4D646C639406}" dt="2025-03-03T22:58:30.222" v="8850" actId="20577"/>
          <ac:spMkLst>
            <pc:docMk/>
            <pc:sldMk cId="2314303136" sldId="646"/>
            <ac:spMk id="3" creationId="{5F7493C0-4D4B-978F-06C5-66B543DA240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17T15:21:42.532" v="21657" actId="164"/>
        <pc:sldMkLst>
          <pc:docMk/>
          <pc:sldMk cId="878764903" sldId="647"/>
        </pc:sldMkLst>
        <pc:spChg chg="mod ord">
          <ac:chgData name="Wick, Felix" userId="85efb633-acf6-425d-a271-4f136bfa2fb0" providerId="ADAL" clId="{DACC29C2-A778-45C7-8543-4D646C639406}" dt="2025-03-03T10:56:48.461" v="6894" actId="20577"/>
          <ac:spMkLst>
            <pc:docMk/>
            <pc:sldMk cId="878764903" sldId="647"/>
            <ac:spMk id="2" creationId="{C81E629D-8650-B0F4-8EBE-C745B58544E7}"/>
          </ac:spMkLst>
        </pc:spChg>
        <pc:spChg chg="add mod">
          <ac:chgData name="Wick, Felix" userId="85efb633-acf6-425d-a271-4f136bfa2fb0" providerId="ADAL" clId="{DACC29C2-A778-45C7-8543-4D646C639406}" dt="2025-03-17T15:20:54.836" v="21651" actId="1035"/>
          <ac:spMkLst>
            <pc:docMk/>
            <pc:sldMk cId="878764903" sldId="647"/>
            <ac:spMk id="3" creationId="{9260B2DF-BA91-BF4B-9269-8EF8F20FB2E6}"/>
          </ac:spMkLst>
        </pc:spChg>
        <pc:spChg chg="mod ord">
          <ac:chgData name="Wick, Felix" userId="85efb633-acf6-425d-a271-4f136bfa2fb0" providerId="ADAL" clId="{DACC29C2-A778-45C7-8543-4D646C639406}" dt="2025-03-02T22:04:57.685" v="6037" actId="700"/>
          <ac:spMkLst>
            <pc:docMk/>
            <pc:sldMk cId="878764903" sldId="647"/>
            <ac:spMk id="4" creationId="{DA7BC85F-D51F-D91C-1C86-503E2DFF2ECB}"/>
          </ac:spMkLst>
        </pc:spChg>
        <pc:spChg chg="add mod">
          <ac:chgData name="Wick, Felix" userId="85efb633-acf6-425d-a271-4f136bfa2fb0" providerId="ADAL" clId="{DACC29C2-A778-45C7-8543-4D646C639406}" dt="2025-03-03T10:59:36.392" v="7064" actId="1076"/>
          <ac:spMkLst>
            <pc:docMk/>
            <pc:sldMk cId="878764903" sldId="647"/>
            <ac:spMk id="5" creationId="{F1572C84-E19B-E599-F9C9-EACA71F6223C}"/>
          </ac:spMkLst>
        </pc:spChg>
        <pc:spChg chg="add mod">
          <ac:chgData name="Wick, Felix" userId="85efb633-acf6-425d-a271-4f136bfa2fb0" providerId="ADAL" clId="{DACC29C2-A778-45C7-8543-4D646C639406}" dt="2025-03-03T10:58:12.190" v="6988" actId="1036"/>
          <ac:spMkLst>
            <pc:docMk/>
            <pc:sldMk cId="878764903" sldId="647"/>
            <ac:spMk id="8" creationId="{A0CCA029-865F-0F59-41E3-3BEEE9B94F13}"/>
          </ac:spMkLst>
        </pc:spChg>
        <pc:spChg chg="add mod">
          <ac:chgData name="Wick, Felix" userId="85efb633-acf6-425d-a271-4f136bfa2fb0" providerId="ADAL" clId="{DACC29C2-A778-45C7-8543-4D646C639406}" dt="2025-03-17T15:21:42.532" v="21657" actId="164"/>
          <ac:spMkLst>
            <pc:docMk/>
            <pc:sldMk cId="878764903" sldId="647"/>
            <ac:spMk id="11" creationId="{765E20EA-1993-7C32-83ED-E89B6E0D5765}"/>
          </ac:spMkLst>
        </pc:spChg>
        <pc:spChg chg="add mod">
          <ac:chgData name="Wick, Felix" userId="85efb633-acf6-425d-a271-4f136bfa2fb0" providerId="ADAL" clId="{DACC29C2-A778-45C7-8543-4D646C639406}" dt="2025-03-03T10:58:55.511" v="7027" actId="14100"/>
          <ac:spMkLst>
            <pc:docMk/>
            <pc:sldMk cId="878764903" sldId="647"/>
            <ac:spMk id="12" creationId="{A0F107BA-60D5-C90D-5B5B-2493C8BA7C13}"/>
          </ac:spMkLst>
        </pc:spChg>
        <pc:spChg chg="add mod">
          <ac:chgData name="Wick, Felix" userId="85efb633-acf6-425d-a271-4f136bfa2fb0" providerId="ADAL" clId="{DACC29C2-A778-45C7-8543-4D646C639406}" dt="2025-03-17T15:20:22.719" v="21644" actId="14100"/>
          <ac:spMkLst>
            <pc:docMk/>
            <pc:sldMk cId="878764903" sldId="647"/>
            <ac:spMk id="17" creationId="{D201F7FE-D733-3237-98A1-E095BC344592}"/>
          </ac:spMkLst>
        </pc:spChg>
        <pc:grpChg chg="add mod">
          <ac:chgData name="Wick, Felix" userId="85efb633-acf6-425d-a271-4f136bfa2fb0" providerId="ADAL" clId="{DACC29C2-A778-45C7-8543-4D646C639406}" dt="2025-03-17T15:21:42.532" v="21657" actId="164"/>
          <ac:grpSpMkLst>
            <pc:docMk/>
            <pc:sldMk cId="878764903" sldId="647"/>
            <ac:grpSpMk id="13" creationId="{59F6314D-548B-7D6C-C9C2-B248AB74D90F}"/>
          </ac:grpSpMkLst>
        </pc:grpChg>
        <pc:picChg chg="add mod">
          <ac:chgData name="Wick, Felix" userId="85efb633-acf6-425d-a271-4f136bfa2fb0" providerId="ADAL" clId="{DACC29C2-A778-45C7-8543-4D646C639406}" dt="2025-03-17T15:20:03.557" v="21642" actId="1036"/>
          <ac:picMkLst>
            <pc:docMk/>
            <pc:sldMk cId="878764903" sldId="647"/>
            <ac:picMk id="6" creationId="{3506C07F-7EFF-0687-E183-7FADC745BA96}"/>
          </ac:picMkLst>
        </pc:picChg>
        <pc:picChg chg="add mod">
          <ac:chgData name="Wick, Felix" userId="85efb633-acf6-425d-a271-4f136bfa2fb0" providerId="ADAL" clId="{DACC29C2-A778-45C7-8543-4D646C639406}" dt="2025-03-03T10:58:12.190" v="6988" actId="1036"/>
          <ac:picMkLst>
            <pc:docMk/>
            <pc:sldMk cId="878764903" sldId="647"/>
            <ac:picMk id="7" creationId="{2E4B2A2C-84D7-65F1-A18D-889A8D57E518}"/>
          </ac:picMkLst>
        </pc:picChg>
        <pc:picChg chg="add mod">
          <ac:chgData name="Wick, Felix" userId="85efb633-acf6-425d-a271-4f136bfa2fb0" providerId="ADAL" clId="{DACC29C2-A778-45C7-8543-4D646C639406}" dt="2025-03-17T15:13:51.731" v="21618" actId="14100"/>
          <ac:picMkLst>
            <pc:docMk/>
            <pc:sldMk cId="878764903" sldId="647"/>
            <ac:picMk id="10" creationId="{A251072D-7978-1834-9F99-EC7F8B969685}"/>
          </ac:picMkLst>
        </pc:picChg>
        <pc:picChg chg="add mod ord">
          <ac:chgData name="Wick, Felix" userId="85efb633-acf6-425d-a271-4f136bfa2fb0" providerId="ADAL" clId="{DACC29C2-A778-45C7-8543-4D646C639406}" dt="2025-03-17T15:21:42.532" v="21657" actId="164"/>
          <ac:picMkLst>
            <pc:docMk/>
            <pc:sldMk cId="878764903" sldId="647"/>
            <ac:picMk id="10" creationId="{D6B998AB-63C1-DF6A-C56D-244F6D068886}"/>
          </ac:picMkLst>
        </pc:picChg>
        <pc:cxnChg chg="add mod">
          <ac:chgData name="Wick, Felix" userId="85efb633-acf6-425d-a271-4f136bfa2fb0" providerId="ADAL" clId="{DACC29C2-A778-45C7-8543-4D646C639406}" dt="2025-03-03T10:58:12.190" v="6988" actId="1036"/>
          <ac:cxnSpMkLst>
            <pc:docMk/>
            <pc:sldMk cId="878764903" sldId="647"/>
            <ac:cxnSpMk id="9" creationId="{8BDF137D-A14A-CD1F-E1FF-4445B1489D7F}"/>
          </ac:cxnSpMkLst>
        </pc:cxnChg>
        <pc:cxnChg chg="add mod">
          <ac:chgData name="Wick, Felix" userId="85efb633-acf6-425d-a271-4f136bfa2fb0" providerId="ADAL" clId="{DACC29C2-A778-45C7-8543-4D646C639406}" dt="2025-03-03T10:58:55.511" v="7027" actId="14100"/>
          <ac:cxnSpMkLst>
            <pc:docMk/>
            <pc:sldMk cId="878764903" sldId="647"/>
            <ac:cxnSpMk id="14" creationId="{5EF22EBF-9A26-F644-6BF4-D0E61D1EE0D2}"/>
          </ac:cxnSpMkLst>
        </pc:cxnChg>
        <pc:cxnChg chg="add">
          <ac:chgData name="Wick, Felix" userId="85efb633-acf6-425d-a271-4f136bfa2fb0" providerId="ADAL" clId="{DACC29C2-A778-45C7-8543-4D646C639406}" dt="2025-03-03T10:59:45.899" v="7065" actId="11529"/>
          <ac:cxnSpMkLst>
            <pc:docMk/>
            <pc:sldMk cId="878764903" sldId="647"/>
            <ac:cxnSpMk id="16" creationId="{F8032BC2-40BB-1172-BBC6-11E26F624602}"/>
          </ac:cxnSpMkLst>
        </pc:cxn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415339402" sldId="648"/>
        </pc:sldMkLst>
      </pc:sldChg>
      <pc:sldChg chg="ord">
        <pc:chgData name="Wick, Felix" userId="85efb633-acf6-425d-a271-4f136bfa2fb0" providerId="ADAL" clId="{DACC29C2-A778-45C7-8543-4D646C639406}" dt="2025-03-02T22:32:16.007" v="6372"/>
        <pc:sldMkLst>
          <pc:docMk/>
          <pc:sldMk cId="677017539" sldId="648"/>
        </pc:sldMkLst>
      </pc:sldChg>
      <pc:sldChg chg="new add del">
        <pc:chgData name="Wick, Felix" userId="85efb633-acf6-425d-a271-4f136bfa2fb0" providerId="ADAL" clId="{DACC29C2-A778-45C7-8543-4D646C639406}" dt="2025-02-28T23:27:01.373" v="4795" actId="680"/>
        <pc:sldMkLst>
          <pc:docMk/>
          <pc:sldMk cId="2625905582" sldId="64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800957391" sldId="648"/>
        </pc:sldMkLst>
      </pc:sldChg>
      <pc:sldChg chg="modSp mod">
        <pc:chgData name="Wick, Felix" userId="85efb633-acf6-425d-a271-4f136bfa2fb0" providerId="ADAL" clId="{DACC29C2-A778-45C7-8543-4D646C639406}" dt="2025-03-11T13:27:38.023" v="15304" actId="20577"/>
        <pc:sldMkLst>
          <pc:docMk/>
          <pc:sldMk cId="2390545243" sldId="660"/>
        </pc:sldMkLst>
        <pc:spChg chg="mod">
          <ac:chgData name="Wick, Felix" userId="85efb633-acf6-425d-a271-4f136bfa2fb0" providerId="ADAL" clId="{DACC29C2-A778-45C7-8543-4D646C639406}" dt="2025-03-11T12:50:42.154" v="15178" actId="20577"/>
          <ac:spMkLst>
            <pc:docMk/>
            <pc:sldMk cId="2390545243" sldId="660"/>
            <ac:spMk id="2" creationId="{33DF21D9-FF5D-C3E5-303B-C7486233A2D3}"/>
          </ac:spMkLst>
        </pc:spChg>
        <pc:spChg chg="mod">
          <ac:chgData name="Wick, Felix" userId="85efb633-acf6-425d-a271-4f136bfa2fb0" providerId="ADAL" clId="{DACC29C2-A778-45C7-8543-4D646C639406}" dt="2025-03-11T13:27:38.023" v="15304" actId="20577"/>
          <ac:spMkLst>
            <pc:docMk/>
            <pc:sldMk cId="2390545243" sldId="660"/>
            <ac:spMk id="3" creationId="{2C9B8950-3962-3E65-657F-0D6D5FCC0917}"/>
          </ac:spMkLst>
        </pc:spChg>
        <pc:spChg chg="mod">
          <ac:chgData name="Wick, Felix" userId="85efb633-acf6-425d-a271-4f136bfa2fb0" providerId="ADAL" clId="{DACC29C2-A778-45C7-8543-4D646C639406}" dt="2025-03-11T07:29:56.439" v="13134" actId="14100"/>
          <ac:spMkLst>
            <pc:docMk/>
            <pc:sldMk cId="2390545243" sldId="660"/>
            <ac:spMk id="7" creationId="{97C37BBE-A31B-A747-6DD5-43852D4E8287}"/>
          </ac:spMkLst>
        </pc:spChg>
      </pc:sldChg>
      <pc:sldChg chg="modSp mod ord">
        <pc:chgData name="Wick, Felix" userId="85efb633-acf6-425d-a271-4f136bfa2fb0" providerId="ADAL" clId="{DACC29C2-A778-45C7-8543-4D646C639406}" dt="2025-03-04T20:38:50.067" v="9704" actId="20577"/>
        <pc:sldMkLst>
          <pc:docMk/>
          <pc:sldMk cId="2162971971" sldId="663"/>
        </pc:sldMkLst>
        <pc:spChg chg="mod">
          <ac:chgData name="Wick, Felix" userId="85efb633-acf6-425d-a271-4f136bfa2fb0" providerId="ADAL" clId="{DACC29C2-A778-45C7-8543-4D646C639406}" dt="2025-03-04T20:38:50.067" v="9704" actId="20577"/>
          <ac:spMkLst>
            <pc:docMk/>
            <pc:sldMk cId="2162971971" sldId="663"/>
            <ac:spMk id="3" creationId="{A1541331-1EA8-7121-4AB9-11E120F6A289}"/>
          </ac:spMkLst>
        </pc:spChg>
      </pc:sldChg>
      <pc:sldChg chg="modSp mod">
        <pc:chgData name="Wick, Felix" userId="85efb633-acf6-425d-a271-4f136bfa2fb0" providerId="ADAL" clId="{DACC29C2-A778-45C7-8543-4D646C639406}" dt="2025-03-04T20:47:47.074" v="9991" actId="1076"/>
        <pc:sldMkLst>
          <pc:docMk/>
          <pc:sldMk cId="3192814766" sldId="666"/>
        </pc:sldMkLst>
        <pc:spChg chg="mod">
          <ac:chgData name="Wick, Felix" userId="85efb633-acf6-425d-a271-4f136bfa2fb0" providerId="ADAL" clId="{DACC29C2-A778-45C7-8543-4D646C639406}" dt="2025-03-04T20:47:20.175" v="9986" actId="20577"/>
          <ac:spMkLst>
            <pc:docMk/>
            <pc:sldMk cId="3192814766" sldId="666"/>
            <ac:spMk id="3" creationId="{4AF7CAC1-B0A8-92C2-3452-AB74B587E806}"/>
          </ac:spMkLst>
        </pc:spChg>
        <pc:spChg chg="mod">
          <ac:chgData name="Wick, Felix" userId="85efb633-acf6-425d-a271-4f136bfa2fb0" providerId="ADAL" clId="{DACC29C2-A778-45C7-8543-4D646C639406}" dt="2025-03-04T20:47:43.186" v="9990" actId="1076"/>
          <ac:spMkLst>
            <pc:docMk/>
            <pc:sldMk cId="3192814766" sldId="666"/>
            <ac:spMk id="6" creationId="{5F576504-D693-F9BF-720C-104411398853}"/>
          </ac:spMkLst>
        </pc:spChg>
        <pc:spChg chg="mod">
          <ac:chgData name="Wick, Felix" userId="85efb633-acf6-425d-a271-4f136bfa2fb0" providerId="ADAL" clId="{DACC29C2-A778-45C7-8543-4D646C639406}" dt="2025-03-04T20:41:46.735" v="9803" actId="14100"/>
          <ac:spMkLst>
            <pc:docMk/>
            <pc:sldMk cId="3192814766" sldId="666"/>
            <ac:spMk id="11" creationId="{5BD97AA5-9CB7-75FA-29BE-77EB0B8E92C5}"/>
          </ac:spMkLst>
        </pc:spChg>
        <pc:picChg chg="mod">
          <ac:chgData name="Wick, Felix" userId="85efb633-acf6-425d-a271-4f136bfa2fb0" providerId="ADAL" clId="{DACC29C2-A778-45C7-8543-4D646C639406}" dt="2025-03-04T20:47:47.074" v="9991" actId="1076"/>
          <ac:picMkLst>
            <pc:docMk/>
            <pc:sldMk cId="3192814766" sldId="666"/>
            <ac:picMk id="5" creationId="{F94ED2C2-C648-CEE3-EA1E-E052B3F3F2CF}"/>
          </ac:picMkLst>
        </pc:picChg>
      </pc:sldChg>
      <pc:sldChg chg="delSp modSp mod">
        <pc:chgData name="Wick, Felix" userId="85efb633-acf6-425d-a271-4f136bfa2fb0" providerId="ADAL" clId="{DACC29C2-A778-45C7-8543-4D646C639406}" dt="2025-03-04T20:41:02.760" v="9801" actId="1076"/>
        <pc:sldMkLst>
          <pc:docMk/>
          <pc:sldMk cId="4093813947" sldId="667"/>
        </pc:sldMkLst>
        <pc:spChg chg="mod">
          <ac:chgData name="Wick, Felix" userId="85efb633-acf6-425d-a271-4f136bfa2fb0" providerId="ADAL" clId="{DACC29C2-A778-45C7-8543-4D646C639406}" dt="2025-03-04T20:41:02.760" v="9801" actId="1076"/>
          <ac:spMkLst>
            <pc:docMk/>
            <pc:sldMk cId="4093813947" sldId="667"/>
            <ac:spMk id="11" creationId="{9ABA6C7F-DF95-6A7E-1CB7-270F51FC54F8}"/>
          </ac:spMkLst>
        </pc:spChg>
        <pc:grpChg chg="mod">
          <ac:chgData name="Wick, Felix" userId="85efb633-acf6-425d-a271-4f136bfa2fb0" providerId="ADAL" clId="{DACC29C2-A778-45C7-8543-4D646C639406}" dt="2025-03-04T20:40:59.351" v="9800" actId="1076"/>
          <ac:grpSpMkLst>
            <pc:docMk/>
            <pc:sldMk cId="4093813947" sldId="667"/>
            <ac:grpSpMk id="10" creationId="{8BB9F430-1E54-F6C3-BAED-959D781F77EE}"/>
          </ac:grpSpMkLst>
        </pc:grpChg>
      </pc:sldChg>
      <pc:sldChg chg="modSp mod">
        <pc:chgData name="Wick, Felix" userId="85efb633-acf6-425d-a271-4f136bfa2fb0" providerId="ADAL" clId="{DACC29C2-A778-45C7-8543-4D646C639406}" dt="2025-03-11T08:46:39.562" v="13520" actId="20577"/>
        <pc:sldMkLst>
          <pc:docMk/>
          <pc:sldMk cId="4055136420" sldId="672"/>
        </pc:sldMkLst>
        <pc:spChg chg="mod">
          <ac:chgData name="Wick, Felix" userId="85efb633-acf6-425d-a271-4f136bfa2fb0" providerId="ADAL" clId="{DACC29C2-A778-45C7-8543-4D646C639406}" dt="2025-03-11T08:46:39.562" v="13520" actId="20577"/>
          <ac:spMkLst>
            <pc:docMk/>
            <pc:sldMk cId="4055136420" sldId="672"/>
            <ac:spMk id="3" creationId="{8F702A78-E7E1-8AB3-28CF-DF22B7BBE8E0}"/>
          </ac:spMkLst>
        </pc:sp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13665606" sldId="673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893516341" sldId="673"/>
        </pc:sldMkLst>
      </pc:sldChg>
      <pc:sldChg chg="del">
        <pc:chgData name="Wick, Felix" userId="85efb633-acf6-425d-a271-4f136bfa2fb0" providerId="ADAL" clId="{DACC29C2-A778-45C7-8543-4D646C639406}" dt="2025-03-02T22:33:25.244" v="6373" actId="2696"/>
        <pc:sldMkLst>
          <pc:docMk/>
          <pc:sldMk cId="3283369607" sldId="673"/>
        </pc:sldMkLst>
      </pc:sldChg>
      <pc:sldChg chg="modSp mod ord">
        <pc:chgData name="Wick, Felix" userId="85efb633-acf6-425d-a271-4f136bfa2fb0" providerId="ADAL" clId="{DACC29C2-A778-45C7-8543-4D646C639406}" dt="2025-03-04T20:35:44.229" v="9579" actId="20577"/>
        <pc:sldMkLst>
          <pc:docMk/>
          <pc:sldMk cId="4251077668" sldId="673"/>
        </pc:sldMkLst>
        <pc:spChg chg="mod">
          <ac:chgData name="Wick, Felix" userId="85efb633-acf6-425d-a271-4f136bfa2fb0" providerId="ADAL" clId="{DACC29C2-A778-45C7-8543-4D646C639406}" dt="2025-03-04T20:34:33.659" v="9462" actId="20577"/>
          <ac:spMkLst>
            <pc:docMk/>
            <pc:sldMk cId="4251077668" sldId="673"/>
            <ac:spMk id="3" creationId="{2E49B127-C9F3-B448-BA96-B8B57FF80309}"/>
          </ac:spMkLst>
        </pc:spChg>
        <pc:spChg chg="mod">
          <ac:chgData name="Wick, Felix" userId="85efb633-acf6-425d-a271-4f136bfa2fb0" providerId="ADAL" clId="{DACC29C2-A778-45C7-8543-4D646C639406}" dt="2025-03-04T20:35:44.229" v="9579" actId="20577"/>
          <ac:spMkLst>
            <pc:docMk/>
            <pc:sldMk cId="4251077668" sldId="673"/>
            <ac:spMk id="5" creationId="{FE647773-77AB-D9E6-EB9E-5DB0C0847F54}"/>
          </ac:spMkLst>
        </pc:spChg>
        <pc:cxnChg chg="mod">
          <ac:chgData name="Wick, Felix" userId="85efb633-acf6-425d-a271-4f136bfa2fb0" providerId="ADAL" clId="{DACC29C2-A778-45C7-8543-4D646C639406}" dt="2025-03-04T20:35:37.908" v="9577" actId="1038"/>
          <ac:cxnSpMkLst>
            <pc:docMk/>
            <pc:sldMk cId="4251077668" sldId="673"/>
            <ac:cxnSpMk id="7" creationId="{3DDE650F-67C6-DDBF-3A4B-79E831C2EE45}"/>
          </ac:cxnSpMkLst>
        </pc:cxnChg>
      </pc:sldChg>
      <pc:sldChg chg="addSp delSp modSp mod ord">
        <pc:chgData name="Wick, Felix" userId="85efb633-acf6-425d-a271-4f136bfa2fb0" providerId="ADAL" clId="{DACC29C2-A778-45C7-8543-4D646C639406}" dt="2025-03-13T10:52:23.397" v="21387" actId="20577"/>
        <pc:sldMkLst>
          <pc:docMk/>
          <pc:sldMk cId="1746448134" sldId="675"/>
        </pc:sldMkLst>
        <pc:spChg chg="mod">
          <ac:chgData name="Wick, Felix" userId="85efb633-acf6-425d-a271-4f136bfa2fb0" providerId="ADAL" clId="{DACC29C2-A778-45C7-8543-4D646C639406}" dt="2025-03-13T10:52:23.397" v="21387" actId="20577"/>
          <ac:spMkLst>
            <pc:docMk/>
            <pc:sldMk cId="1746448134" sldId="675"/>
            <ac:spMk id="2" creationId="{68E39D48-8CC9-D2AC-40B6-41BC30D8D88F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1" creationId="{BC546D8C-B4E8-0205-41DD-80D24C4EF046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2" creationId="{1C9C8443-863C-0D5E-F9CA-AAA028A0B5FD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3" creationId="{54FE7DE3-071C-B48C-07B1-979A7B97AF6B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4" creationId="{6D7D3177-DAF4-108D-24ED-F752323DBF8D}"/>
          </ac:spMkLst>
        </pc:spChg>
        <pc:picChg chg="add 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7" creationId="{60FC894E-70C0-A954-E1C5-0B11260A3791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8" creationId="{65F25B58-3286-741E-95B6-ECD05D1E5144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10" creationId="{818D47AD-B14B-90FF-3DA1-29898B909DF1}"/>
          </ac:picMkLst>
        </pc:pic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30138593" sldId="676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732648581" sldId="676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35530104" sldId="677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493900073" sldId="677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85342948" sldId="67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2221649355" sldId="678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241006360" sldId="679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099308310" sldId="679"/>
        </pc:sldMkLst>
      </pc:sldChg>
      <pc:sldChg chg="modSp mod">
        <pc:chgData name="Wick, Felix" userId="85efb633-acf6-425d-a271-4f136bfa2fb0" providerId="ADAL" clId="{DACC29C2-A778-45C7-8543-4D646C639406}" dt="2025-03-04T20:40:19.427" v="9799" actId="20577"/>
        <pc:sldMkLst>
          <pc:docMk/>
          <pc:sldMk cId="1466894879" sldId="681"/>
        </pc:sldMkLst>
        <pc:spChg chg="mod">
          <ac:chgData name="Wick, Felix" userId="85efb633-acf6-425d-a271-4f136bfa2fb0" providerId="ADAL" clId="{DACC29C2-A778-45C7-8543-4D646C639406}" dt="2025-03-04T20:40:19.427" v="9799" actId="20577"/>
          <ac:spMkLst>
            <pc:docMk/>
            <pc:sldMk cId="1466894879" sldId="681"/>
            <ac:spMk id="3" creationId="{EF16A17F-5976-A798-3A51-2C69A51CAB8D}"/>
          </ac:spMkLst>
        </pc:spChg>
      </pc:sldChg>
      <pc:sldChg chg="modSp mod">
        <pc:chgData name="Wick, Felix" userId="85efb633-acf6-425d-a271-4f136bfa2fb0" providerId="ADAL" clId="{DACC29C2-A778-45C7-8543-4D646C639406}" dt="2025-03-04T20:46:26.872" v="9982" actId="20577"/>
        <pc:sldMkLst>
          <pc:docMk/>
          <pc:sldMk cId="1858057535" sldId="682"/>
        </pc:sldMkLst>
        <pc:spChg chg="mod">
          <ac:chgData name="Wick, Felix" userId="85efb633-acf6-425d-a271-4f136bfa2fb0" providerId="ADAL" clId="{DACC29C2-A778-45C7-8543-4D646C639406}" dt="2025-03-04T20:46:26.872" v="9982" actId="20577"/>
          <ac:spMkLst>
            <pc:docMk/>
            <pc:sldMk cId="1858057535" sldId="682"/>
            <ac:spMk id="3" creationId="{B5CB39B5-6523-02D9-3D27-550AE049CC78}"/>
          </ac:spMkLst>
        </pc:spChg>
      </pc:sldChg>
      <pc:sldChg chg="del">
        <pc:chgData name="Wick, Felix" userId="85efb633-acf6-425d-a271-4f136bfa2fb0" providerId="ADAL" clId="{DACC29C2-A778-45C7-8543-4D646C639406}" dt="2025-03-11T07:41:44.707" v="13162" actId="47"/>
        <pc:sldMkLst>
          <pc:docMk/>
          <pc:sldMk cId="2558699749" sldId="686"/>
        </pc:sldMkLst>
      </pc:sldChg>
      <pc:sldChg chg="del">
        <pc:chgData name="Wick, Felix" userId="85efb633-acf6-425d-a271-4f136bfa2fb0" providerId="ADAL" clId="{DACC29C2-A778-45C7-8543-4D646C639406}" dt="2025-03-11T07:41:50.463" v="13165" actId="47"/>
        <pc:sldMkLst>
          <pc:docMk/>
          <pc:sldMk cId="2453211845" sldId="687"/>
        </pc:sldMkLst>
      </pc:sldChg>
      <pc:sldChg chg="del">
        <pc:chgData name="Wick, Felix" userId="85efb633-acf6-425d-a271-4f136bfa2fb0" providerId="ADAL" clId="{DACC29C2-A778-45C7-8543-4D646C639406}" dt="2025-03-11T07:41:48.548" v="13164" actId="47"/>
        <pc:sldMkLst>
          <pc:docMk/>
          <pc:sldMk cId="1938744512" sldId="689"/>
        </pc:sldMkLst>
      </pc:sldChg>
      <pc:sldChg chg="modSp del mod">
        <pc:chgData name="Wick, Felix" userId="85efb633-acf6-425d-a271-4f136bfa2fb0" providerId="ADAL" clId="{DACC29C2-A778-45C7-8543-4D646C639406}" dt="2025-03-11T08:54:04.448" v="13817" actId="1035"/>
        <pc:sldMkLst>
          <pc:docMk/>
          <pc:sldMk cId="1856691976" sldId="691"/>
        </pc:sldMkLst>
        <pc:spChg chg="mod">
          <ac:chgData name="Wick, Felix" userId="85efb633-acf6-425d-a271-4f136bfa2fb0" providerId="ADAL" clId="{DACC29C2-A778-45C7-8543-4D646C639406}" dt="2025-03-11T08:50:37.148" v="13641" actId="20577"/>
          <ac:spMkLst>
            <pc:docMk/>
            <pc:sldMk cId="1856691976" sldId="691"/>
            <ac:spMk id="2" creationId="{A7474060-D643-327D-CF77-8F9DDCB4F7E7}"/>
          </ac:spMkLst>
        </pc:spChg>
        <pc:spChg chg="mod">
          <ac:chgData name="Wick, Felix" userId="85efb633-acf6-425d-a271-4f136bfa2fb0" providerId="ADAL" clId="{DACC29C2-A778-45C7-8543-4D646C639406}" dt="2025-03-11T08:53:16.805" v="13738" actId="20577"/>
          <ac:spMkLst>
            <pc:docMk/>
            <pc:sldMk cId="1856691976" sldId="691"/>
            <ac:spMk id="3" creationId="{CCF557F2-0176-DBF3-CB5B-215160025D8D}"/>
          </ac:spMkLst>
        </pc:spChg>
        <pc:spChg chg="mod">
          <ac:chgData name="Wick, Felix" userId="85efb633-acf6-425d-a271-4f136bfa2fb0" providerId="ADAL" clId="{DACC29C2-A778-45C7-8543-4D646C639406}" dt="2025-03-11T08:53:58.991" v="13802" actId="1038"/>
          <ac:spMkLst>
            <pc:docMk/>
            <pc:sldMk cId="1856691976" sldId="691"/>
            <ac:spMk id="9" creationId="{5A54FEA7-9ED6-E840-E364-2E213A78E49D}"/>
          </ac:spMkLst>
        </pc:spChg>
        <pc:picChg chg="mod">
          <ac:chgData name="Wick, Felix" userId="85efb633-acf6-425d-a271-4f136bfa2fb0" providerId="ADAL" clId="{DACC29C2-A778-45C7-8543-4D646C639406}" dt="2025-03-11T08:53:52.322" v="13770" actId="1035"/>
          <ac:picMkLst>
            <pc:docMk/>
            <pc:sldMk cId="1856691976" sldId="691"/>
            <ac:picMk id="6" creationId="{840CCB4E-F027-677F-EDFA-C4441AC82ED8}"/>
          </ac:picMkLst>
        </pc:picChg>
        <pc:picChg chg="mod">
          <ac:chgData name="Wick, Felix" userId="85efb633-acf6-425d-a271-4f136bfa2fb0" providerId="ADAL" clId="{DACC29C2-A778-45C7-8543-4D646C639406}" dt="2025-03-11T08:54:04.448" v="13817" actId="1035"/>
          <ac:picMkLst>
            <pc:docMk/>
            <pc:sldMk cId="1856691976" sldId="691"/>
            <ac:picMk id="8" creationId="{B4258170-24A4-C1F9-98F7-CB068AFFAF7A}"/>
          </ac:picMkLst>
        </pc:picChg>
      </pc:sldChg>
      <pc:sldChg chg="ord">
        <pc:chgData name="Wick, Felix" userId="85efb633-acf6-425d-a271-4f136bfa2fb0" providerId="ADAL" clId="{DACC29C2-A778-45C7-8543-4D646C639406}" dt="2025-03-13T10:45:18.609" v="21238"/>
        <pc:sldMkLst>
          <pc:docMk/>
          <pc:sldMk cId="1609967323" sldId="696"/>
        </pc:sldMkLst>
      </pc:sldChg>
      <pc:sldChg chg="modSp mod">
        <pc:chgData name="Wick, Felix" userId="85efb633-acf6-425d-a271-4f136bfa2fb0" providerId="ADAL" clId="{DACC29C2-A778-45C7-8543-4D646C639406}" dt="2025-03-03T22:53:00.529" v="8709" actId="255"/>
        <pc:sldMkLst>
          <pc:docMk/>
          <pc:sldMk cId="4130628079" sldId="698"/>
        </pc:sldMkLst>
        <pc:spChg chg="mod">
          <ac:chgData name="Wick, Felix" userId="85efb633-acf6-425d-a271-4f136bfa2fb0" providerId="ADAL" clId="{DACC29C2-A778-45C7-8543-4D646C639406}" dt="2025-03-03T22:53:00.529" v="8709" actId="255"/>
          <ac:spMkLst>
            <pc:docMk/>
            <pc:sldMk cId="4130628079" sldId="698"/>
            <ac:spMk id="2" creationId="{A4C1154B-162F-0991-56C4-5E4A38B650E5}"/>
          </ac:spMkLst>
        </pc:spChg>
      </pc:sldChg>
      <pc:sldChg chg="addSp modSp mod">
        <pc:chgData name="Wick, Felix" userId="85efb633-acf6-425d-a271-4f136bfa2fb0" providerId="ADAL" clId="{DACC29C2-A778-45C7-8543-4D646C639406}" dt="2025-03-11T07:24:21.690" v="13031" actId="20577"/>
        <pc:sldMkLst>
          <pc:docMk/>
          <pc:sldMk cId="2216886540" sldId="701"/>
        </pc:sldMkLst>
        <pc:spChg chg="mod">
          <ac:chgData name="Wick, Felix" userId="85efb633-acf6-425d-a271-4f136bfa2fb0" providerId="ADAL" clId="{DACC29C2-A778-45C7-8543-4D646C639406}" dt="2025-03-11T07:24:05.791" v="13000" actId="20577"/>
          <ac:spMkLst>
            <pc:docMk/>
            <pc:sldMk cId="2216886540" sldId="701"/>
            <ac:spMk id="2" creationId="{F6F36378-B0E8-0A6A-B222-A7BCF6313A9E}"/>
          </ac:spMkLst>
        </pc:spChg>
        <pc:spChg chg="mod">
          <ac:chgData name="Wick, Felix" userId="85efb633-acf6-425d-a271-4f136bfa2fb0" providerId="ADAL" clId="{DACC29C2-A778-45C7-8543-4D646C639406}" dt="2025-03-11T07:24:21.690" v="13031" actId="20577"/>
          <ac:spMkLst>
            <pc:docMk/>
            <pc:sldMk cId="2216886540" sldId="701"/>
            <ac:spMk id="3" creationId="{FB64026C-6524-7C3F-3776-92D2088973C0}"/>
          </ac:spMkLst>
        </pc:spChg>
        <pc:spChg chg="add mod">
          <ac:chgData name="Wick, Felix" userId="85efb633-acf6-425d-a271-4f136bfa2fb0" providerId="ADAL" clId="{DACC29C2-A778-45C7-8543-4D646C639406}" dt="2025-03-03T22:44:25.952" v="8601" actId="5793"/>
          <ac:spMkLst>
            <pc:docMk/>
            <pc:sldMk cId="2216886540" sldId="701"/>
            <ac:spMk id="5" creationId="{958EAC5D-631B-BA7D-C855-C118147FD865}"/>
          </ac:spMkLst>
        </pc:spChg>
        <pc:cxnChg chg="add">
          <ac:chgData name="Wick, Felix" userId="85efb633-acf6-425d-a271-4f136bfa2fb0" providerId="ADAL" clId="{DACC29C2-A778-45C7-8543-4D646C639406}" dt="2025-03-03T22:40:04.443" v="8504" actId="11529"/>
          <ac:cxnSpMkLst>
            <pc:docMk/>
            <pc:sldMk cId="2216886540" sldId="701"/>
            <ac:cxnSpMk id="7" creationId="{33DB61C5-AEC3-8483-6A04-DA5478770F33}"/>
          </ac:cxnSpMkLst>
        </pc:cxnChg>
      </pc:sldChg>
      <pc:sldChg chg="addSp modSp mod">
        <pc:chgData name="Wick, Felix" userId="85efb633-acf6-425d-a271-4f136bfa2fb0" providerId="ADAL" clId="{DACC29C2-A778-45C7-8543-4D646C639406}" dt="2025-03-14T20:36:45.579" v="21613" actId="20577"/>
        <pc:sldMkLst>
          <pc:docMk/>
          <pc:sldMk cId="3289510705" sldId="702"/>
        </pc:sldMkLst>
        <pc:spChg chg="mod">
          <ac:chgData name="Wick, Felix" userId="85efb633-acf6-425d-a271-4f136bfa2fb0" providerId="ADAL" clId="{DACC29C2-A778-45C7-8543-4D646C639406}" dt="2025-03-11T13:19:28.235" v="15273" actId="20577"/>
          <ac:spMkLst>
            <pc:docMk/>
            <pc:sldMk cId="3289510705" sldId="702"/>
            <ac:spMk id="2" creationId="{34EBBB3A-DCB1-2615-9422-36886541982C}"/>
          </ac:spMkLst>
        </pc:spChg>
        <pc:spChg chg="mod">
          <ac:chgData name="Wick, Felix" userId="85efb633-acf6-425d-a271-4f136bfa2fb0" providerId="ADAL" clId="{DACC29C2-A778-45C7-8543-4D646C639406}" dt="2025-03-14T20:36:45.579" v="21613" actId="20577"/>
          <ac:spMkLst>
            <pc:docMk/>
            <pc:sldMk cId="3289510705" sldId="702"/>
            <ac:spMk id="3" creationId="{208ADB79-8970-5316-EAF4-3D55E9F0F19A}"/>
          </ac:spMkLst>
        </pc:spChg>
        <pc:spChg chg="add mod">
          <ac:chgData name="Wick, Felix" userId="85efb633-acf6-425d-a271-4f136bfa2fb0" providerId="ADAL" clId="{DACC29C2-A778-45C7-8543-4D646C639406}" dt="2025-03-11T22:27:36.850" v="17481" actId="1076"/>
          <ac:spMkLst>
            <pc:docMk/>
            <pc:sldMk cId="3289510705" sldId="702"/>
            <ac:spMk id="11" creationId="{B608CB48-7DC8-E5DE-2B1C-FFC8415110A1}"/>
          </ac:spMkLst>
        </pc:spChg>
        <pc:spChg chg="add mod">
          <ac:chgData name="Wick, Felix" userId="85efb633-acf6-425d-a271-4f136bfa2fb0" providerId="ADAL" clId="{DACC29C2-A778-45C7-8543-4D646C639406}" dt="2025-03-11T22:31:29.996" v="17561" actId="1076"/>
          <ac:spMkLst>
            <pc:docMk/>
            <pc:sldMk cId="3289510705" sldId="702"/>
            <ac:spMk id="12" creationId="{C269F4AA-E0AB-42BB-442C-F48675ADE684}"/>
          </ac:spMkLst>
        </pc:spChg>
        <pc:picChg chg="add mod">
          <ac:chgData name="Wick, Felix" userId="85efb633-acf6-425d-a271-4f136bfa2fb0" providerId="ADAL" clId="{DACC29C2-A778-45C7-8543-4D646C639406}" dt="2025-03-11T22:20:58.039" v="17394" actId="1076"/>
          <ac:picMkLst>
            <pc:docMk/>
            <pc:sldMk cId="3289510705" sldId="702"/>
            <ac:picMk id="5" creationId="{027159FC-CE30-6324-7380-EFADE2A01EC4}"/>
          </ac:picMkLst>
        </pc:picChg>
        <pc:picChg chg="add mod">
          <ac:chgData name="Wick, Felix" userId="85efb633-acf6-425d-a271-4f136bfa2fb0" providerId="ADAL" clId="{DACC29C2-A778-45C7-8543-4D646C639406}" dt="2025-03-11T22:20:46.101" v="17392" actId="1076"/>
          <ac:picMkLst>
            <pc:docMk/>
            <pc:sldMk cId="3289510705" sldId="702"/>
            <ac:picMk id="8" creationId="{0B5E3505-9A4C-CE9F-3121-5CFA439BCC34}"/>
          </ac:picMkLst>
        </pc:picChg>
        <pc:picChg chg="add mod">
          <ac:chgData name="Wick, Felix" userId="85efb633-acf6-425d-a271-4f136bfa2fb0" providerId="ADAL" clId="{DACC29C2-A778-45C7-8543-4D646C639406}" dt="2025-03-11T22:25:59.581" v="17446" actId="1076"/>
          <ac:picMkLst>
            <pc:docMk/>
            <pc:sldMk cId="3289510705" sldId="702"/>
            <ac:picMk id="10" creationId="{F6E39D39-3725-E61F-BE80-5F93CB489E45}"/>
          </ac:picMkLst>
        </pc:picChg>
      </pc:sldChg>
      <pc:sldChg chg="del">
        <pc:chgData name="Wick, Felix" userId="85efb633-acf6-425d-a271-4f136bfa2fb0" providerId="ADAL" clId="{DACC29C2-A778-45C7-8543-4D646C639406}" dt="2025-03-11T07:41:56.197" v="13167" actId="47"/>
        <pc:sldMkLst>
          <pc:docMk/>
          <pc:sldMk cId="2464825602" sldId="703"/>
        </pc:sldMkLst>
      </pc:sldChg>
      <pc:sldChg chg="addSp delSp modSp mod modClrScheme chgLayout">
        <pc:chgData name="Wick, Felix" userId="85efb633-acf6-425d-a271-4f136bfa2fb0" providerId="ADAL" clId="{DACC29C2-A778-45C7-8543-4D646C639406}" dt="2025-03-09T22:08:54.216" v="12052" actId="11529"/>
        <pc:sldMkLst>
          <pc:docMk/>
          <pc:sldMk cId="454529464" sldId="704"/>
        </pc:sldMkLst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4" creationId="{B22F4314-ADE6-4850-AD9C-A97E3BB61239}"/>
          </ac:spMkLst>
        </pc:spChg>
        <pc:spChg chg="add mod ord">
          <ac:chgData name="Wick, Felix" userId="85efb633-acf6-425d-a271-4f136bfa2fb0" providerId="ADAL" clId="{DACC29C2-A778-45C7-8543-4D646C639406}" dt="2025-03-09T22:05:52.928" v="12029" actId="20577"/>
          <ac:spMkLst>
            <pc:docMk/>
            <pc:sldMk cId="454529464" sldId="704"/>
            <ac:spMk id="5" creationId="{6EE8D4DB-3F39-79FD-DD1F-87AC1D9FA82C}"/>
          </ac:spMkLst>
        </pc:spChg>
        <pc:spChg chg="add mod">
          <ac:chgData name="Wick, Felix" userId="85efb633-acf6-425d-a271-4f136bfa2fb0" providerId="ADAL" clId="{DACC29C2-A778-45C7-8543-4D646C639406}" dt="2025-03-09T22:08:48.485" v="12051" actId="1076"/>
          <ac:spMkLst>
            <pc:docMk/>
            <pc:sldMk cId="454529464" sldId="704"/>
            <ac:spMk id="6" creationId="{CA3567F9-DDCA-3349-980F-F9F466E27B4F}"/>
          </ac:spMkLst>
        </pc:spChg>
        <pc:spChg chg="mod">
          <ac:chgData name="Wick, Felix" userId="85efb633-acf6-425d-a271-4f136bfa2fb0" providerId="ADAL" clId="{DACC29C2-A778-45C7-8543-4D646C639406}" dt="2025-03-09T22:01:25.857" v="11948" actId="1076"/>
          <ac:spMkLst>
            <pc:docMk/>
            <pc:sldMk cId="454529464" sldId="704"/>
            <ac:spMk id="9" creationId="{387EF6F9-539B-18EB-98A0-5324F809E7C5}"/>
          </ac:spMkLst>
        </pc:spChg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10" creationId="{6B4D05B4-9298-166A-C0E9-0495CD38A12F}"/>
          </ac:spMkLst>
        </pc:spChg>
        <pc:picChg chg="mod">
          <ac:chgData name="Wick, Felix" userId="85efb633-acf6-425d-a271-4f136bfa2fb0" providerId="ADAL" clId="{DACC29C2-A778-45C7-8543-4D646C639406}" dt="2025-03-09T22:01:23.648" v="11947" actId="1076"/>
          <ac:picMkLst>
            <pc:docMk/>
            <pc:sldMk cId="454529464" sldId="704"/>
            <ac:picMk id="8" creationId="{4972010E-70A5-006D-066A-0A9627C73FF7}"/>
          </ac:picMkLst>
        </pc:picChg>
        <pc:cxnChg chg="add">
          <ac:chgData name="Wick, Felix" userId="85efb633-acf6-425d-a271-4f136bfa2fb0" providerId="ADAL" clId="{DACC29C2-A778-45C7-8543-4D646C639406}" dt="2025-03-09T22:08:54.216" v="12052" actId="11529"/>
          <ac:cxnSpMkLst>
            <pc:docMk/>
            <pc:sldMk cId="454529464" sldId="704"/>
            <ac:cxnSpMk id="11" creationId="{216D218A-5E74-F5B0-455F-ABBFD024D784}"/>
          </ac:cxnSpMkLst>
        </pc:cxnChg>
      </pc:sldChg>
      <pc:sldChg chg="modSp mod">
        <pc:chgData name="Wick, Felix" userId="85efb633-acf6-425d-a271-4f136bfa2fb0" providerId="ADAL" clId="{DACC29C2-A778-45C7-8543-4D646C639406}" dt="2025-03-03T22:22:37.295" v="8270" actId="1076"/>
        <pc:sldMkLst>
          <pc:docMk/>
          <pc:sldMk cId="1391828573" sldId="720"/>
        </pc:sldMkLst>
        <pc:spChg chg="mod">
          <ac:chgData name="Wick, Felix" userId="85efb633-acf6-425d-a271-4f136bfa2fb0" providerId="ADAL" clId="{DACC29C2-A778-45C7-8543-4D646C639406}" dt="2025-03-03T22:22:37.295" v="8270" actId="1076"/>
          <ac:spMkLst>
            <pc:docMk/>
            <pc:sldMk cId="1391828573" sldId="720"/>
            <ac:spMk id="8" creationId="{38CF96E7-6D06-ED32-E110-4F1266FFBAFA}"/>
          </ac:spMkLst>
        </pc:spChg>
      </pc:sldChg>
      <pc:sldChg chg="del">
        <pc:chgData name="Wick, Felix" userId="85efb633-acf6-425d-a271-4f136bfa2fb0" providerId="ADAL" clId="{DACC29C2-A778-45C7-8543-4D646C639406}" dt="2025-03-03T22:37:12.298" v="8432" actId="47"/>
        <pc:sldMkLst>
          <pc:docMk/>
          <pc:sldMk cId="2659463880" sldId="724"/>
        </pc:sldMkLst>
      </pc:sldChg>
      <pc:sldChg chg="ord">
        <pc:chgData name="Wick, Felix" userId="85efb633-acf6-425d-a271-4f136bfa2fb0" providerId="ADAL" clId="{DACC29C2-A778-45C7-8543-4D646C639406}" dt="2025-03-02T22:57:36.300" v="6715"/>
        <pc:sldMkLst>
          <pc:docMk/>
          <pc:sldMk cId="1958085833" sldId="725"/>
        </pc:sldMkLst>
      </pc:sldChg>
      <pc:sldChg chg="modSp mod">
        <pc:chgData name="Wick, Felix" userId="85efb633-acf6-425d-a271-4f136bfa2fb0" providerId="ADAL" clId="{DACC29C2-A778-45C7-8543-4D646C639406}" dt="2025-03-11T18:46:13.747" v="15526" actId="113"/>
        <pc:sldMkLst>
          <pc:docMk/>
          <pc:sldMk cId="3003016299" sldId="726"/>
        </pc:sldMkLst>
        <pc:spChg chg="mod">
          <ac:chgData name="Wick, Felix" userId="85efb633-acf6-425d-a271-4f136bfa2fb0" providerId="ADAL" clId="{DACC29C2-A778-45C7-8543-4D646C639406}" dt="2025-03-04T21:16:25.686" v="10843" actId="20577"/>
          <ac:spMkLst>
            <pc:docMk/>
            <pc:sldMk cId="3003016299" sldId="726"/>
            <ac:spMk id="2" creationId="{1CB11FAF-B273-FCEA-27E6-8902947A3120}"/>
          </ac:spMkLst>
        </pc:spChg>
        <pc:spChg chg="mod">
          <ac:chgData name="Wick, Felix" userId="85efb633-acf6-425d-a271-4f136bfa2fb0" providerId="ADAL" clId="{DACC29C2-A778-45C7-8543-4D646C639406}" dt="2025-03-11T18:46:13.747" v="15526" actId="113"/>
          <ac:spMkLst>
            <pc:docMk/>
            <pc:sldMk cId="3003016299" sldId="726"/>
            <ac:spMk id="3" creationId="{E5D56B12-BEFF-3151-AEC6-083D87CD26A5}"/>
          </ac:spMkLst>
        </pc:spChg>
      </pc:sldChg>
      <pc:sldChg chg="addSp delSp modSp mod ord">
        <pc:chgData name="Wick, Felix" userId="85efb633-acf6-425d-a271-4f136bfa2fb0" providerId="ADAL" clId="{DACC29C2-A778-45C7-8543-4D646C639406}" dt="2025-03-04T21:08:14.468" v="10725" actId="14100"/>
        <pc:sldMkLst>
          <pc:docMk/>
          <pc:sldMk cId="4273005002" sldId="727"/>
        </pc:sldMkLst>
        <pc:spChg chg="mod">
          <ac:chgData name="Wick, Felix" userId="85efb633-acf6-425d-a271-4f136bfa2fb0" providerId="ADAL" clId="{DACC29C2-A778-45C7-8543-4D646C639406}" dt="2025-03-04T21:08:14.468" v="10725" actId="14100"/>
          <ac:spMkLst>
            <pc:docMk/>
            <pc:sldMk cId="4273005002" sldId="727"/>
            <ac:spMk id="3" creationId="{BF6EB8ED-96CD-D9B3-F505-03D7C778DF4B}"/>
          </ac:spMkLst>
        </pc:spChg>
        <pc:picChg chg="add mod">
          <ac:chgData name="Wick, Felix" userId="85efb633-acf6-425d-a271-4f136bfa2fb0" providerId="ADAL" clId="{DACC29C2-A778-45C7-8543-4D646C639406}" dt="2025-03-04T21:04:15.624" v="10554" actId="1076"/>
          <ac:picMkLst>
            <pc:docMk/>
            <pc:sldMk cId="4273005002" sldId="727"/>
            <ac:picMk id="1026" creationId="{96827CBB-9F64-412F-F509-4567D50F4EFA}"/>
          </ac:picMkLst>
        </pc:picChg>
      </pc:sldChg>
      <pc:sldChg chg="modSp mod ord">
        <pc:chgData name="Wick, Felix" userId="85efb633-acf6-425d-a271-4f136bfa2fb0" providerId="ADAL" clId="{DACC29C2-A778-45C7-8543-4D646C639406}" dt="2025-03-09T21:35:01.885" v="11502" actId="20577"/>
        <pc:sldMkLst>
          <pc:docMk/>
          <pc:sldMk cId="1082676721" sldId="728"/>
        </pc:sldMkLst>
        <pc:spChg chg="mod">
          <ac:chgData name="Wick, Felix" userId="85efb633-acf6-425d-a271-4f136bfa2fb0" providerId="ADAL" clId="{DACC29C2-A778-45C7-8543-4D646C639406}" dt="2025-03-09T21:34:16.149" v="11485" actId="20577"/>
          <ac:spMkLst>
            <pc:docMk/>
            <pc:sldMk cId="1082676721" sldId="728"/>
            <ac:spMk id="3" creationId="{F75ABC85-DF3F-7EB0-7697-6B1A4A2D002E}"/>
          </ac:spMkLst>
        </pc:spChg>
        <pc:spChg chg="mod">
          <ac:chgData name="Wick, Felix" userId="85efb633-acf6-425d-a271-4f136bfa2fb0" providerId="ADAL" clId="{DACC29C2-A778-45C7-8543-4D646C639406}" dt="2025-03-09T21:34:37.815" v="11489" actId="20577"/>
          <ac:spMkLst>
            <pc:docMk/>
            <pc:sldMk cId="1082676721" sldId="728"/>
            <ac:spMk id="8" creationId="{30ACB6C1-6BF1-4D80-F5B8-6F8377D7EE49}"/>
          </ac:spMkLst>
        </pc:spChg>
        <pc:spChg chg="mod">
          <ac:chgData name="Wick, Felix" userId="85efb633-acf6-425d-a271-4f136bfa2fb0" providerId="ADAL" clId="{DACC29C2-A778-45C7-8543-4D646C639406}" dt="2025-03-09T21:34:50.666" v="11495" actId="20577"/>
          <ac:spMkLst>
            <pc:docMk/>
            <pc:sldMk cId="1082676721" sldId="728"/>
            <ac:spMk id="9" creationId="{472DDF58-76FE-ED33-9C20-7078B57AA45E}"/>
          </ac:spMkLst>
        </pc:spChg>
        <pc:spChg chg="mod">
          <ac:chgData name="Wick, Felix" userId="85efb633-acf6-425d-a271-4f136bfa2fb0" providerId="ADAL" clId="{DACC29C2-A778-45C7-8543-4D646C639406}" dt="2025-03-09T21:35:01.885" v="11502" actId="20577"/>
          <ac:spMkLst>
            <pc:docMk/>
            <pc:sldMk cId="1082676721" sldId="728"/>
            <ac:spMk id="10" creationId="{6B838B4C-5329-FF18-6624-9C0F9C7EB22E}"/>
          </ac:spMkLst>
        </pc:spChg>
      </pc:sldChg>
      <pc:sldChg chg="addSp delSp modSp del mod ord modClrScheme chgLayout">
        <pc:chgData name="Wick, Felix" userId="85efb633-acf6-425d-a271-4f136bfa2fb0" providerId="ADAL" clId="{DACC29C2-A778-45C7-8543-4D646C639406}" dt="2025-03-11T07:17:01.399" v="12990" actId="2696"/>
        <pc:sldMkLst>
          <pc:docMk/>
          <pc:sldMk cId="350918924" sldId="729"/>
        </pc:sldMkLst>
      </pc:sldChg>
      <pc:sldChg chg="addSp delSp modSp mod">
        <pc:chgData name="Wick, Felix" userId="85efb633-acf6-425d-a271-4f136bfa2fb0" providerId="ADAL" clId="{DACC29C2-A778-45C7-8543-4D646C639406}" dt="2025-03-10T08:08:34.989" v="12376" actId="20577"/>
        <pc:sldMkLst>
          <pc:docMk/>
          <pc:sldMk cId="1550600002" sldId="730"/>
        </pc:sldMkLst>
        <pc:spChg chg="mod">
          <ac:chgData name="Wick, Felix" userId="85efb633-acf6-425d-a271-4f136bfa2fb0" providerId="ADAL" clId="{DACC29C2-A778-45C7-8543-4D646C639406}" dt="2025-03-09T22:09:27.100" v="12071" actId="20577"/>
          <ac:spMkLst>
            <pc:docMk/>
            <pc:sldMk cId="1550600002" sldId="730"/>
            <ac:spMk id="2" creationId="{E6C4586D-EB7F-7263-766A-CBE5A3DE7AB3}"/>
          </ac:spMkLst>
        </pc:spChg>
        <pc:spChg chg="mod">
          <ac:chgData name="Wick, Felix" userId="85efb633-acf6-425d-a271-4f136bfa2fb0" providerId="ADAL" clId="{DACC29C2-A778-45C7-8543-4D646C639406}" dt="2025-03-10T08:08:00.083" v="12359" actId="14100"/>
          <ac:spMkLst>
            <pc:docMk/>
            <pc:sldMk cId="1550600002" sldId="730"/>
            <ac:spMk id="3" creationId="{E8D29B6C-3845-ED67-942C-D97BF2882A88}"/>
          </ac:spMkLst>
        </pc:spChg>
        <pc:spChg chg="mod">
          <ac:chgData name="Wick, Felix" userId="85efb633-acf6-425d-a271-4f136bfa2fb0" providerId="ADAL" clId="{DACC29C2-A778-45C7-8543-4D646C639406}" dt="2025-03-09T22:16:15.091" v="12253" actId="1035"/>
          <ac:spMkLst>
            <pc:docMk/>
            <pc:sldMk cId="1550600002" sldId="730"/>
            <ac:spMk id="6" creationId="{2222AC18-0B89-89CE-FFDA-5E8F679B3C7F}"/>
          </ac:spMkLst>
        </pc:spChg>
        <pc:spChg chg="add mod">
          <ac:chgData name="Wick, Felix" userId="85efb633-acf6-425d-a271-4f136bfa2fb0" providerId="ADAL" clId="{DACC29C2-A778-45C7-8543-4D646C639406}" dt="2025-03-09T22:13:10.931" v="12147" actId="164"/>
          <ac:spMkLst>
            <pc:docMk/>
            <pc:sldMk cId="1550600002" sldId="730"/>
            <ac:spMk id="7" creationId="{0F617354-B5A3-231D-AE6A-0671031710F4}"/>
          </ac:spMkLst>
        </pc:spChg>
        <pc:spChg chg="mod">
          <ac:chgData name="Wick, Felix" userId="85efb633-acf6-425d-a271-4f136bfa2fb0" providerId="ADAL" clId="{DACC29C2-A778-45C7-8543-4D646C639406}" dt="2025-03-09T22:15:54.467" v="12239" actId="14100"/>
          <ac:spMkLst>
            <pc:docMk/>
            <pc:sldMk cId="1550600002" sldId="730"/>
            <ac:spMk id="8" creationId="{419B78D3-CBF8-F687-72F9-4290EEDCFF38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0" creationId="{A11BF17D-E387-B233-454F-7D655F0D8775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1" creationId="{D3689710-F531-3C07-60C9-AD1F049EB334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4" creationId="{F8010524-9F99-0CDE-670E-6CEF273F1710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5" creationId="{5317681D-A686-76D6-D0DB-0364F5F21BA9}"/>
          </ac:spMkLst>
        </pc:spChg>
        <pc:spChg chg="mod">
          <ac:chgData name="Wick, Felix" userId="85efb633-acf6-425d-a271-4f136bfa2fb0" providerId="ADAL" clId="{DACC29C2-A778-45C7-8543-4D646C639406}" dt="2025-03-09T22:12:37.109" v="12143" actId="1035"/>
          <ac:spMkLst>
            <pc:docMk/>
            <pc:sldMk cId="1550600002" sldId="730"/>
            <ac:spMk id="17" creationId="{B9CF672E-76EC-B58A-0B59-606C11EE824C}"/>
          </ac:spMkLst>
        </pc:spChg>
        <pc:spChg chg="add mod">
          <ac:chgData name="Wick, Felix" userId="85efb633-acf6-425d-a271-4f136bfa2fb0" providerId="ADAL" clId="{DACC29C2-A778-45C7-8543-4D646C639406}" dt="2025-03-10T08:08:18.826" v="12372" actId="20577"/>
          <ac:spMkLst>
            <pc:docMk/>
            <pc:sldMk cId="1550600002" sldId="730"/>
            <ac:spMk id="18" creationId="{B1144306-01B2-25B9-3165-0125A96A488F}"/>
          </ac:spMkLst>
        </pc:spChg>
        <pc:spChg chg="add mod">
          <ac:chgData name="Wick, Felix" userId="85efb633-acf6-425d-a271-4f136bfa2fb0" providerId="ADAL" clId="{DACC29C2-A778-45C7-8543-4D646C639406}" dt="2025-03-10T08:08:34.989" v="12376" actId="20577"/>
          <ac:spMkLst>
            <pc:docMk/>
            <pc:sldMk cId="1550600002" sldId="730"/>
            <ac:spMk id="19" creationId="{84BDFB20-13EF-3202-BE90-F788C3D6BDF7}"/>
          </ac:spMkLst>
        </pc:spChg>
        <pc:grpChg chg="add mod or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3" creationId="{DA45153B-C9AE-18F5-C252-DFA99B7FF2BF}"/>
          </ac:grpSpMkLst>
        </pc:grpChg>
        <pc:grpChg chg="add mo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6" creationId="{9821C245-8B7A-B0A9-6105-AA8EED453539}"/>
          </ac:grpSpMkLst>
        </pc:grpChg>
        <pc:picChg chg="mod">
          <ac:chgData name="Wick, Felix" userId="85efb633-acf6-425d-a271-4f136bfa2fb0" providerId="ADAL" clId="{DACC29C2-A778-45C7-8543-4D646C639406}" dt="2025-03-09T22:13:10.931" v="12147" actId="164"/>
          <ac:picMkLst>
            <pc:docMk/>
            <pc:sldMk cId="1550600002" sldId="730"/>
            <ac:picMk id="5" creationId="{2697BBDA-6FA5-8A3C-9371-587769A4D03C}"/>
          </ac:picMkLst>
        </pc:picChg>
        <pc:picChg chg="add del mod">
          <ac:chgData name="Wick, Felix" userId="85efb633-acf6-425d-a271-4f136bfa2fb0" providerId="ADAL" clId="{DACC29C2-A778-45C7-8543-4D646C639406}" dt="2025-03-09T22:16:01.072" v="12246" actId="1035"/>
          <ac:picMkLst>
            <pc:docMk/>
            <pc:sldMk cId="1550600002" sldId="730"/>
            <ac:picMk id="9" creationId="{51F50268-A15F-D0F0-41AB-6389A876C723}"/>
          </ac:picMkLst>
        </pc:picChg>
        <pc:cxnChg chg="mod">
          <ac:chgData name="Wick, Felix" userId="85efb633-acf6-425d-a271-4f136bfa2fb0" providerId="ADAL" clId="{DACC29C2-A778-45C7-8543-4D646C639406}" dt="2025-03-09T22:16:15.091" v="12253" actId="1035"/>
          <ac:cxnSpMkLst>
            <pc:docMk/>
            <pc:sldMk cId="1550600002" sldId="730"/>
            <ac:cxnSpMk id="12" creationId="{1C76444F-13E4-B685-EFA2-A7394A2F87E5}"/>
          </ac:cxnSpMkLst>
        </pc:cxnChg>
      </pc:sldChg>
      <pc:sldChg chg="ord">
        <pc:chgData name="Wick, Felix" userId="85efb633-acf6-425d-a271-4f136bfa2fb0" providerId="ADAL" clId="{DACC29C2-A778-45C7-8543-4D646C639406}" dt="2025-03-09T21:55:54.060" v="11893"/>
        <pc:sldMkLst>
          <pc:docMk/>
          <pc:sldMk cId="3955725931" sldId="731"/>
        </pc:sldMkLst>
      </pc:sldChg>
      <pc:sldChg chg="addSp delSp modSp mod ord modClrScheme chgLayout">
        <pc:chgData name="Wick, Felix" userId="85efb633-acf6-425d-a271-4f136bfa2fb0" providerId="ADAL" clId="{DACC29C2-A778-45C7-8543-4D646C639406}" dt="2025-03-11T07:28:50.212" v="13129"/>
        <pc:sldMkLst>
          <pc:docMk/>
          <pc:sldMk cId="206570269" sldId="732"/>
        </pc:sldMkLst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3" creationId="{2341B5E2-73B2-8A91-D6BF-A7BA4E2CBD4F}"/>
          </ac:spMkLst>
        </pc:spChg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4" creationId="{7139FEDB-B418-47C7-0DCB-A264A93325BF}"/>
          </ac:spMkLst>
        </pc:spChg>
        <pc:picChg chg="mod">
          <ac:chgData name="Wick, Felix" userId="85efb633-acf6-425d-a271-4f136bfa2fb0" providerId="ADAL" clId="{DACC29C2-A778-45C7-8543-4D646C639406}" dt="2025-03-11T07:28:47.018" v="13127" actId="1076"/>
          <ac:picMkLst>
            <pc:docMk/>
            <pc:sldMk cId="206570269" sldId="732"/>
            <ac:picMk id="6" creationId="{8B1D838B-2892-09AA-C40B-4AABBF4BCE34}"/>
          </ac:picMkLst>
        </pc:picChg>
      </pc:sldChg>
      <pc:sldChg chg="delSp 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91921655" sldId="733"/>
        </pc:sldMkLst>
      </pc:sldChg>
      <pc:sldChg chg="modSp del mod">
        <pc:chgData name="Wick, Felix" userId="85efb633-acf6-425d-a271-4f136bfa2fb0" providerId="ADAL" clId="{DACC29C2-A778-45C7-8543-4D646C639406}" dt="2025-03-12T06:35:08.021" v="18070" actId="47"/>
        <pc:sldMkLst>
          <pc:docMk/>
          <pc:sldMk cId="1851865121" sldId="735"/>
        </pc:sldMkLst>
      </pc:sldChg>
      <pc:sldChg chg="addSp modSp mod modClrScheme chgLayout">
        <pc:chgData name="Wick, Felix" userId="85efb633-acf6-425d-a271-4f136bfa2fb0" providerId="ADAL" clId="{DACC29C2-A778-45C7-8543-4D646C639406}" dt="2025-03-13T10:00:37.519" v="20079" actId="20577"/>
        <pc:sldMkLst>
          <pc:docMk/>
          <pc:sldMk cId="880903615" sldId="736"/>
        </pc:sldMkLst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2" creationId="{E455EA56-7CB1-7041-F3BA-0AEA9E42E1D7}"/>
          </ac:spMkLst>
        </pc:spChg>
        <pc:spChg chg="add mod ord">
          <ac:chgData name="Wick, Felix" userId="85efb633-acf6-425d-a271-4f136bfa2fb0" providerId="ADAL" clId="{DACC29C2-A778-45C7-8543-4D646C639406}" dt="2025-03-13T10:00:37.519" v="20079" actId="20577"/>
          <ac:spMkLst>
            <pc:docMk/>
            <pc:sldMk cId="880903615" sldId="736"/>
            <ac:spMk id="3" creationId="{FF7F4B16-9855-AFD2-D174-7FE315330462}"/>
          </ac:spMkLst>
        </pc:spChg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4" creationId="{028E18EF-EC53-ACA5-61E8-A955218138B3}"/>
          </ac:spMkLst>
        </pc:spChg>
        <pc:spChg chg="mod">
          <ac:chgData name="Wick, Felix" userId="85efb633-acf6-425d-a271-4f136bfa2fb0" providerId="ADAL" clId="{DACC29C2-A778-45C7-8543-4D646C639406}" dt="2025-03-11T22:36:48.969" v="17644" actId="1076"/>
          <ac:spMkLst>
            <pc:docMk/>
            <pc:sldMk cId="880903615" sldId="736"/>
            <ac:spMk id="6" creationId="{2FEDA80F-387A-F82C-BB62-44CC7DCEF2FD}"/>
          </ac:spMkLst>
        </pc:spChg>
        <pc:spChg chg="add mod">
          <ac:chgData name="Wick, Felix" userId="85efb633-acf6-425d-a271-4f136bfa2fb0" providerId="ADAL" clId="{DACC29C2-A778-45C7-8543-4D646C639406}" dt="2025-03-12T06:44:05.215" v="18424" actId="1076"/>
          <ac:spMkLst>
            <pc:docMk/>
            <pc:sldMk cId="880903615" sldId="736"/>
            <ac:spMk id="7" creationId="{8E527FE3-CED6-2943-D4A9-D8312B6F38C1}"/>
          </ac:spMkLst>
        </pc:spChg>
        <pc:picChg chg="mod">
          <ac:chgData name="Wick, Felix" userId="85efb633-acf6-425d-a271-4f136bfa2fb0" providerId="ADAL" clId="{DACC29C2-A778-45C7-8543-4D646C639406}" dt="2025-03-12T06:51:31.865" v="18738" actId="1076"/>
          <ac:picMkLst>
            <pc:docMk/>
            <pc:sldMk cId="880903615" sldId="736"/>
            <ac:picMk id="5" creationId="{41955F9F-8537-8F49-68AF-A52D399B0B1D}"/>
          </ac:picMkLst>
        </pc:picChg>
      </pc:sldChg>
      <pc:sldChg chg="modSp mod">
        <pc:chgData name="Wick, Felix" userId="85efb633-acf6-425d-a271-4f136bfa2fb0" providerId="ADAL" clId="{DACC29C2-A778-45C7-8543-4D646C639406}" dt="2025-03-11T19:29:44.450" v="16825" actId="20577"/>
        <pc:sldMkLst>
          <pc:docMk/>
          <pc:sldMk cId="2582177130" sldId="737"/>
        </pc:sldMkLst>
        <pc:spChg chg="mod">
          <ac:chgData name="Wick, Felix" userId="85efb633-acf6-425d-a271-4f136bfa2fb0" providerId="ADAL" clId="{DACC29C2-A778-45C7-8543-4D646C639406}" dt="2025-03-11T19:29:44.450" v="16825" actId="20577"/>
          <ac:spMkLst>
            <pc:docMk/>
            <pc:sldMk cId="2582177130" sldId="737"/>
            <ac:spMk id="3" creationId="{36832D8C-5E59-3F82-3B8C-4AFA35994C1B}"/>
          </ac:spMkLst>
        </pc:spChg>
      </pc:sldChg>
      <pc:sldChg chg="del">
        <pc:chgData name="Wick, Felix" userId="85efb633-acf6-425d-a271-4f136bfa2fb0" providerId="ADAL" clId="{DACC29C2-A778-45C7-8543-4D646C639406}" dt="2025-03-11T07:41:52.869" v="13166" actId="47"/>
        <pc:sldMkLst>
          <pc:docMk/>
          <pc:sldMk cId="2651021059" sldId="739"/>
        </pc:sldMkLst>
      </pc:sldChg>
      <pc:sldChg chg="del">
        <pc:chgData name="Wick, Felix" userId="85efb633-acf6-425d-a271-4f136bfa2fb0" providerId="ADAL" clId="{DACC29C2-A778-45C7-8543-4D646C639406}" dt="2025-03-11T07:41:46.921" v="13163" actId="47"/>
        <pc:sldMkLst>
          <pc:docMk/>
          <pc:sldMk cId="3646033210" sldId="740"/>
        </pc:sldMkLst>
      </pc:sldChg>
      <pc:sldChg chg="delSp modSp mod chgLayout">
        <pc:chgData name="Wick, Felix" userId="85efb633-acf6-425d-a271-4f136bfa2fb0" providerId="ADAL" clId="{DACC29C2-A778-45C7-8543-4D646C639406}" dt="2025-03-11T08:30:40.850" v="13502" actId="20577"/>
        <pc:sldMkLst>
          <pc:docMk/>
          <pc:sldMk cId="667876665" sldId="741"/>
        </pc:sldMkLst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2" creationId="{382465F2-BF2F-8E0F-93F3-7DA40743D2BF}"/>
          </ac:spMkLst>
        </pc:spChg>
        <pc:spChg chg="mod ord">
          <ac:chgData name="Wick, Felix" userId="85efb633-acf6-425d-a271-4f136bfa2fb0" providerId="ADAL" clId="{DACC29C2-A778-45C7-8543-4D646C639406}" dt="2025-03-11T08:30:40.850" v="13502" actId="20577"/>
          <ac:spMkLst>
            <pc:docMk/>
            <pc:sldMk cId="667876665" sldId="741"/>
            <ac:spMk id="3" creationId="{22FF653F-9F7D-EDA4-7BB8-0584B66CFF2F}"/>
          </ac:spMkLst>
        </pc:spChg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7" creationId="{645063A3-CD4F-4F87-E0D5-162BD06F8540}"/>
          </ac:spMkLst>
        </pc:spChg>
      </pc:sldChg>
      <pc:sldChg chg="delSp modSp mod ord">
        <pc:chgData name="Wick, Felix" userId="85efb633-acf6-425d-a271-4f136bfa2fb0" providerId="ADAL" clId="{DACC29C2-A778-45C7-8543-4D646C639406}" dt="2025-03-13T10:54:09.437" v="21440"/>
        <pc:sldMkLst>
          <pc:docMk/>
          <pc:sldMk cId="2826266657" sldId="742"/>
        </pc:sldMkLst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6" creationId="{97DFC9E0-BDE6-151F-4C20-1BF61C317DC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9" creationId="{6078F609-A2C9-FCAF-17E3-6973081CBC91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12" creationId="{ED6CE5BC-1E0D-31C6-A9DF-34AE556474D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13" creationId="{85CE153F-3808-C155-A355-EB79314F5093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34" creationId="{758AE804-B1FB-158B-B41B-31D3529FA28C}"/>
          </ac:spMkLst>
        </pc:spChg>
        <pc:picChg chg="mod">
          <ac:chgData name="Wick, Felix" userId="85efb633-acf6-425d-a271-4f136bfa2fb0" providerId="ADAL" clId="{DACC29C2-A778-45C7-8543-4D646C639406}" dt="2025-03-13T10:53:20.924" v="21436" actId="1038"/>
          <ac:picMkLst>
            <pc:docMk/>
            <pc:sldMk cId="2826266657" sldId="742"/>
            <ac:picMk id="5" creationId="{AF82A187-27B1-5388-72BD-CABF992B7044}"/>
          </ac:picMkLst>
        </pc:picChg>
        <pc:picChg chg="mod">
          <ac:chgData name="Wick, Felix" userId="85efb633-acf6-425d-a271-4f136bfa2fb0" providerId="ADAL" clId="{DACC29C2-A778-45C7-8543-4D646C639406}" dt="2025-03-13T10:53:44.377" v="21438" actId="1076"/>
          <ac:picMkLst>
            <pc:docMk/>
            <pc:sldMk cId="2826266657" sldId="742"/>
            <ac:picMk id="7" creationId="{7F468AA8-4434-4F16-2DAE-15A5F30CB5C0}"/>
          </ac:picMkLst>
        </pc:pic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7" creationId="{FFD890CF-F3C6-D705-5CC2-63A9A490272E}"/>
          </ac:cxnSpMkLst>
        </pc:cxn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9" creationId="{60E265C8-39BB-A639-A6DF-F408DF40B55B}"/>
          </ac:cxnSpMkLst>
        </pc:cxnChg>
        <pc:cxnChg chg="mod">
          <ac:chgData name="Wick, Felix" userId="85efb633-acf6-425d-a271-4f136bfa2fb0" providerId="ADAL" clId="{DACC29C2-A778-45C7-8543-4D646C639406}" dt="2025-03-13T10:53:25.449" v="21437" actId="14100"/>
          <ac:cxnSpMkLst>
            <pc:docMk/>
            <pc:sldMk cId="2826266657" sldId="742"/>
            <ac:cxnSpMk id="25" creationId="{DAD80350-98CB-B5B9-7A2E-F036F9A0874A}"/>
          </ac:cxnSpMkLst>
        </pc:cxnChg>
      </pc:sldChg>
      <pc:sldChg chg="del ord">
        <pc:chgData name="Wick, Felix" userId="85efb633-acf6-425d-a271-4f136bfa2fb0" providerId="ADAL" clId="{DACC29C2-A778-45C7-8543-4D646C639406}" dt="2025-03-11T07:33:35.122" v="13161" actId="2696"/>
        <pc:sldMkLst>
          <pc:docMk/>
          <pc:sldMk cId="3271789276" sldId="744"/>
        </pc:sldMkLst>
      </pc:sldChg>
      <pc:sldChg chg="addSp delSp modSp new mod ord modClrScheme chgLayout">
        <pc:chgData name="Wick, Felix" userId="85efb633-acf6-425d-a271-4f136bfa2fb0" providerId="ADAL" clId="{DACC29C2-A778-45C7-8543-4D646C639406}" dt="2025-03-02T22:36:49.535" v="6442" actId="20577"/>
        <pc:sldMkLst>
          <pc:docMk/>
          <pc:sldMk cId="2642059045" sldId="745"/>
        </pc:sldMkLst>
        <pc:spChg chg="mod ord">
          <ac:chgData name="Wick, Felix" userId="85efb633-acf6-425d-a271-4f136bfa2fb0" providerId="ADAL" clId="{DACC29C2-A778-45C7-8543-4D646C639406}" dt="2025-03-01T23:36:13.515" v="5037" actId="700"/>
          <ac:spMkLst>
            <pc:docMk/>
            <pc:sldMk cId="2642059045" sldId="745"/>
            <ac:spMk id="2" creationId="{5B5A9EFF-D39C-EB59-07EB-D03D13208E17}"/>
          </ac:spMkLst>
        </pc:spChg>
        <pc:spChg chg="add mod ord">
          <ac:chgData name="Wick, Felix" userId="85efb633-acf6-425d-a271-4f136bfa2fb0" providerId="ADAL" clId="{DACC29C2-A778-45C7-8543-4D646C639406}" dt="2025-03-02T22:36:49.535" v="6442" actId="20577"/>
          <ac:spMkLst>
            <pc:docMk/>
            <pc:sldMk cId="2642059045" sldId="745"/>
            <ac:spMk id="3" creationId="{6680FCFA-0D46-F182-7E4C-2429039A14F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02T22:57:01.840" v="6713" actId="20577"/>
        <pc:sldMkLst>
          <pc:docMk/>
          <pc:sldMk cId="1627726635" sldId="746"/>
        </pc:sldMkLst>
        <pc:spChg chg="mod ord">
          <ac:chgData name="Wick, Felix" userId="85efb633-acf6-425d-a271-4f136bfa2fb0" providerId="ADAL" clId="{DACC29C2-A778-45C7-8543-4D646C639406}" dt="2025-03-01T23:37:31.014" v="5050" actId="700"/>
          <ac:spMkLst>
            <pc:docMk/>
            <pc:sldMk cId="1627726635" sldId="746"/>
            <ac:spMk id="4" creationId="{23D93988-0325-1765-CB37-3BFB229F9195}"/>
          </ac:spMkLst>
        </pc:spChg>
        <pc:spChg chg="add mod ord">
          <ac:chgData name="Wick, Felix" userId="85efb633-acf6-425d-a271-4f136bfa2fb0" providerId="ADAL" clId="{DACC29C2-A778-45C7-8543-4D646C639406}" dt="2025-03-02T22:57:01.840" v="6713" actId="20577"/>
          <ac:spMkLst>
            <pc:docMk/>
            <pc:sldMk cId="1627726635" sldId="746"/>
            <ac:spMk id="5" creationId="{57AD5E2C-11B3-B153-6D08-48E0695F60E6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1T13:47:58.156" v="15487" actId="20577"/>
        <pc:sldMkLst>
          <pc:docMk/>
          <pc:sldMk cId="3992545723" sldId="747"/>
        </pc:sldMkLst>
        <pc:spChg chg="mod ord">
          <ac:chgData name="Wick, Felix" userId="85efb633-acf6-425d-a271-4f136bfa2fb0" providerId="ADAL" clId="{DACC29C2-A778-45C7-8543-4D646C639406}" dt="2025-03-01T23:38:25.515" v="5066" actId="700"/>
          <ac:spMkLst>
            <pc:docMk/>
            <pc:sldMk cId="3992545723" sldId="747"/>
            <ac:spMk id="4" creationId="{77A778A5-0CFA-EC54-BA7E-B1E222278193}"/>
          </ac:spMkLst>
        </pc:spChg>
        <pc:spChg chg="add mod ord">
          <ac:chgData name="Wick, Felix" userId="85efb633-acf6-425d-a271-4f136bfa2fb0" providerId="ADAL" clId="{DACC29C2-A778-45C7-8543-4D646C639406}" dt="2025-03-11T13:47:58.156" v="15487" actId="20577"/>
          <ac:spMkLst>
            <pc:docMk/>
            <pc:sldMk cId="3992545723" sldId="747"/>
            <ac:spMk id="5" creationId="{9C874C1E-70C1-2D71-0DF3-EE629BCBDB8D}"/>
          </ac:spMkLst>
        </pc:spChg>
      </pc:sldChg>
      <pc:sldChg chg="modSp add mod ord">
        <pc:chgData name="Wick, Felix" userId="85efb633-acf6-425d-a271-4f136bfa2fb0" providerId="ADAL" clId="{DACC29C2-A778-45C7-8543-4D646C639406}" dt="2025-03-01T23:41:01.771" v="5129" actId="20577"/>
        <pc:sldMkLst>
          <pc:docMk/>
          <pc:sldMk cId="577748826" sldId="748"/>
        </pc:sldMkLst>
        <pc:spChg chg="mod">
          <ac:chgData name="Wick, Felix" userId="85efb633-acf6-425d-a271-4f136bfa2fb0" providerId="ADAL" clId="{DACC29C2-A778-45C7-8543-4D646C639406}" dt="2025-03-01T23:41:01.771" v="5129" actId="20577"/>
          <ac:spMkLst>
            <pc:docMk/>
            <pc:sldMk cId="577748826" sldId="748"/>
            <ac:spMk id="4" creationId="{CD9847B2-3624-AAE8-725F-500C613BD551}"/>
          </ac:spMkLst>
        </pc:spChg>
      </pc:sldChg>
      <pc:sldChg chg="addSp modSp new mod">
        <pc:chgData name="Wick, Felix" userId="85efb633-acf6-425d-a271-4f136bfa2fb0" providerId="ADAL" clId="{DACC29C2-A778-45C7-8543-4D646C639406}" dt="2025-03-02T21:40:00.424" v="5659" actId="20577"/>
        <pc:sldMkLst>
          <pc:docMk/>
          <pc:sldMk cId="1323857511" sldId="749"/>
        </pc:sldMkLst>
        <pc:spChg chg="mod">
          <ac:chgData name="Wick, Felix" userId="85efb633-acf6-425d-a271-4f136bfa2fb0" providerId="ADAL" clId="{DACC29C2-A778-45C7-8543-4D646C639406}" dt="2025-03-02T21:40:00.424" v="5659" actId="20577"/>
          <ac:spMkLst>
            <pc:docMk/>
            <pc:sldMk cId="1323857511" sldId="749"/>
            <ac:spMk id="2" creationId="{AB6CFAAD-B42E-4B44-FF12-76678119F555}"/>
          </ac:spMkLst>
        </pc:spChg>
        <pc:picChg chg="add mod">
          <ac:chgData name="Wick, Felix" userId="85efb633-acf6-425d-a271-4f136bfa2fb0" providerId="ADAL" clId="{DACC29C2-A778-45C7-8543-4D646C639406}" dt="2025-03-02T21:38:46.705" v="5605" actId="1076"/>
          <ac:picMkLst>
            <pc:docMk/>
            <pc:sldMk cId="1323857511" sldId="749"/>
            <ac:picMk id="5" creationId="{AA871468-4272-6CB3-BADF-9A1DCD012B86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43:36.454" v="6473" actId="478"/>
        <pc:sldMkLst>
          <pc:docMk/>
          <pc:sldMk cId="2593414251" sldId="750"/>
        </pc:sldMkLst>
        <pc:spChg chg="mod ord">
          <ac:chgData name="Wick, Felix" userId="85efb633-acf6-425d-a271-4f136bfa2fb0" providerId="ADAL" clId="{DACC29C2-A778-45C7-8543-4D646C639406}" dt="2025-03-02T22:29:35.585" v="6342" actId="700"/>
          <ac:spMkLst>
            <pc:docMk/>
            <pc:sldMk cId="2593414251" sldId="750"/>
            <ac:spMk id="2" creationId="{FBF9E386-79EB-222D-3EFC-9B7BF26EEAF3}"/>
          </ac:spMkLst>
        </pc:spChg>
        <pc:spChg chg="add mod ord">
          <ac:chgData name="Wick, Felix" userId="85efb633-acf6-425d-a271-4f136bfa2fb0" providerId="ADAL" clId="{DACC29C2-A778-45C7-8543-4D646C639406}" dt="2025-03-02T22:43:33.273" v="6472" actId="20577"/>
          <ac:spMkLst>
            <pc:docMk/>
            <pc:sldMk cId="2593414251" sldId="750"/>
            <ac:spMk id="3" creationId="{0F0B330C-4C1F-BA37-3220-D700D698BB1F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05.802" v="6558" actId="47"/>
        <pc:sldMkLst>
          <pc:docMk/>
          <pc:sldMk cId="616414077" sldId="751"/>
        </pc:sldMkLst>
      </pc:sldChg>
      <pc:sldChg chg="delSp modSp new mod">
        <pc:chgData name="Wick, Felix" userId="85efb633-acf6-425d-a271-4f136bfa2fb0" providerId="ADAL" clId="{DACC29C2-A778-45C7-8543-4D646C639406}" dt="2025-03-04T20:25:33.976" v="9184" actId="20577"/>
        <pc:sldMkLst>
          <pc:docMk/>
          <pc:sldMk cId="3008101653" sldId="751"/>
        </pc:sldMkLst>
        <pc:spChg chg="mod">
          <ac:chgData name="Wick, Felix" userId="85efb633-acf6-425d-a271-4f136bfa2fb0" providerId="ADAL" clId="{DACC29C2-A778-45C7-8543-4D646C639406}" dt="2025-03-04T20:25:33.976" v="9184" actId="20577"/>
          <ac:spMkLst>
            <pc:docMk/>
            <pc:sldMk cId="3008101653" sldId="751"/>
            <ac:spMk id="2" creationId="{21AA0B9B-BFA2-35B2-3377-55A5C25A1AF9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58.585" v="6561" actId="47"/>
        <pc:sldMkLst>
          <pc:docMk/>
          <pc:sldMk cId="3806196117" sldId="751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8T12:36:06.157" v="22054" actId="1036"/>
        <pc:sldMkLst>
          <pc:docMk/>
          <pc:sldMk cId="4262979658" sldId="752"/>
        </pc:sldMkLst>
        <pc:spChg chg="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3" creationId="{377A85D8-7CF6-616E-9B56-EBE95989E17D}"/>
          </ac:spMkLst>
        </pc:spChg>
        <pc:spChg chg="add 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8" creationId="{9268472F-ECD7-E6AC-6EBE-39DA85E48585}"/>
          </ac:spMkLst>
        </pc:spChg>
        <pc:spChg chg="add mod ord">
          <ac:chgData name="Wick, Felix" userId="85efb633-acf6-425d-a271-4f136bfa2fb0" providerId="ADAL" clId="{DACC29C2-A778-45C7-8543-4D646C639406}" dt="2025-03-04T14:05:45.349" v="8922" actId="14100"/>
          <ac:spMkLst>
            <pc:docMk/>
            <pc:sldMk cId="4262979658" sldId="752"/>
            <ac:spMk id="9" creationId="{50B8E8D6-C6FB-51E2-06D9-3639E26E44A3}"/>
          </ac:spMkLst>
        </pc:spChg>
        <pc:spChg chg="add mod">
          <ac:chgData name="Wick, Felix" userId="85efb633-acf6-425d-a271-4f136bfa2fb0" providerId="ADAL" clId="{DACC29C2-A778-45C7-8543-4D646C639406}" dt="2025-03-18T12:35:27.269" v="22006" actId="14100"/>
          <ac:spMkLst>
            <pc:docMk/>
            <pc:sldMk cId="4262979658" sldId="752"/>
            <ac:spMk id="12" creationId="{98FE9437-27AF-F8AE-FF32-FCC89EF16421}"/>
          </ac:spMkLst>
        </pc:spChg>
        <pc:spChg chg="add mod">
          <ac:chgData name="Wick, Felix" userId="85efb633-acf6-425d-a271-4f136bfa2fb0" providerId="ADAL" clId="{DACC29C2-A778-45C7-8543-4D646C639406}" dt="2025-03-18T12:35:35.013" v="22017" actId="1036"/>
          <ac:spMkLst>
            <pc:docMk/>
            <pc:sldMk cId="4262979658" sldId="752"/>
            <ac:spMk id="13" creationId="{365583A5-D4FF-502B-A666-520641AD1E51}"/>
          </ac:spMkLst>
        </pc:spChg>
        <pc:picChg chg="add mod">
          <ac:chgData name="Wick, Felix" userId="85efb633-acf6-425d-a271-4f136bfa2fb0" providerId="ADAL" clId="{DACC29C2-A778-45C7-8543-4D646C639406}" dt="2025-03-18T12:36:06.157" v="22054" actId="1036"/>
          <ac:picMkLst>
            <pc:docMk/>
            <pc:sldMk cId="4262979658" sldId="752"/>
            <ac:picMk id="4" creationId="{A4F9FAA3-9815-7F57-2750-249571C97495}"/>
          </ac:picMkLst>
        </pc:picChg>
        <pc:picChg chg="add mod">
          <ac:chgData name="Wick, Felix" userId="85efb633-acf6-425d-a271-4f136bfa2fb0" providerId="ADAL" clId="{DACC29C2-A778-45C7-8543-4D646C639406}" dt="2025-03-18T12:36:01.380" v="22044" actId="1035"/>
          <ac:picMkLst>
            <pc:docMk/>
            <pc:sldMk cId="4262979658" sldId="752"/>
            <ac:picMk id="1026" creationId="{5A4CDF3C-7728-E13B-E2F6-69BF206BDE22}"/>
          </ac:picMkLst>
        </pc:picChg>
      </pc:sldChg>
      <pc:sldChg chg="new del">
        <pc:chgData name="Wick, Felix" userId="85efb633-acf6-425d-a271-4f136bfa2fb0" providerId="ADAL" clId="{DACC29C2-A778-45C7-8543-4D646C639406}" dt="2025-03-03T22:54:44.758" v="8738" actId="47"/>
        <pc:sldMkLst>
          <pc:docMk/>
          <pc:sldMk cId="409041997" sldId="753"/>
        </pc:sldMkLst>
      </pc:sldChg>
      <pc:sldChg chg="modSp add del mod ord">
        <pc:chgData name="Wick, Felix" userId="85efb633-acf6-425d-a271-4f136bfa2fb0" providerId="ADAL" clId="{DACC29C2-A778-45C7-8543-4D646C639406}" dt="2025-03-11T07:17:01.399" v="12990" actId="2696"/>
        <pc:sldMkLst>
          <pc:docMk/>
          <pc:sldMk cId="1084225989" sldId="753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1T19:25:16.637" v="16474" actId="20577"/>
        <pc:sldMkLst>
          <pc:docMk/>
          <pc:sldMk cId="2733141780" sldId="754"/>
        </pc:sldMkLst>
        <pc:spChg chg="mod ord">
          <ac:chgData name="Wick, Felix" userId="85efb633-acf6-425d-a271-4f136bfa2fb0" providerId="ADAL" clId="{DACC29C2-A778-45C7-8543-4D646C639406}" dt="2025-03-03T22:56:30.969" v="8801" actId="700"/>
          <ac:spMkLst>
            <pc:docMk/>
            <pc:sldMk cId="2733141780" sldId="754"/>
            <ac:spMk id="4" creationId="{4F0B5BE9-331D-0505-FC7E-005F6B05B627}"/>
          </ac:spMkLst>
        </pc:spChg>
        <pc:spChg chg="add mod ord">
          <ac:chgData name="Wick, Felix" userId="85efb633-acf6-425d-a271-4f136bfa2fb0" providerId="ADAL" clId="{DACC29C2-A778-45C7-8543-4D646C639406}" dt="2025-03-11T19:25:16.637" v="16474" actId="20577"/>
          <ac:spMkLst>
            <pc:docMk/>
            <pc:sldMk cId="2733141780" sldId="754"/>
            <ac:spMk id="5" creationId="{3EF7C251-E411-67C1-497C-2BFFEBC05F2B}"/>
          </ac:spMkLst>
        </pc:spChg>
        <pc:spChg chg="add mod ord">
          <ac:chgData name="Wick, Felix" userId="85efb633-acf6-425d-a271-4f136bfa2fb0" providerId="ADAL" clId="{DACC29C2-A778-45C7-8543-4D646C639406}" dt="2025-03-11T19:25:09.742" v="16457" actId="20577"/>
          <ac:spMkLst>
            <pc:docMk/>
            <pc:sldMk cId="2733141780" sldId="754"/>
            <ac:spMk id="6" creationId="{194FF263-6A7E-63B8-37B4-8152AC6DF7EF}"/>
          </ac:spMkLst>
        </pc:spChg>
      </pc:sldChg>
      <pc:sldChg chg="addSp delSp modSp new mod">
        <pc:chgData name="Wick, Felix" userId="85efb633-acf6-425d-a271-4f136bfa2fb0" providerId="ADAL" clId="{DACC29C2-A778-45C7-8543-4D646C639406}" dt="2025-03-11T07:29:14.636" v="13132" actId="1076"/>
        <pc:sldMkLst>
          <pc:docMk/>
          <pc:sldMk cId="2249279186" sldId="755"/>
        </pc:sldMkLst>
        <pc:picChg chg="add mod">
          <ac:chgData name="Wick, Felix" userId="85efb633-acf6-425d-a271-4f136bfa2fb0" providerId="ADAL" clId="{DACC29C2-A778-45C7-8543-4D646C639406}" dt="2025-03-11T07:29:14.636" v="13132" actId="1076"/>
          <ac:picMkLst>
            <pc:docMk/>
            <pc:sldMk cId="2249279186" sldId="755"/>
            <ac:picMk id="5" creationId="{62C9B147-5C2C-F8DD-2F34-2935F6F0D400}"/>
          </ac:picMkLst>
        </pc:picChg>
      </pc:sldChg>
      <pc:sldChg chg="addSp delSp modSp new mod ord setBg modClrScheme chgLayout">
        <pc:chgData name="Wick, Felix" userId="85efb633-acf6-425d-a271-4f136bfa2fb0" providerId="ADAL" clId="{DACC29C2-A778-45C7-8543-4D646C639406}" dt="2025-03-11T10:06:36.972" v="14484" actId="20577"/>
        <pc:sldMkLst>
          <pc:docMk/>
          <pc:sldMk cId="1193768616" sldId="756"/>
        </pc:sldMkLst>
        <pc:spChg chg="mod ord">
          <ac:chgData name="Wick, Felix" userId="85efb633-acf6-425d-a271-4f136bfa2fb0" providerId="ADAL" clId="{DACC29C2-A778-45C7-8543-4D646C639406}" dt="2025-03-11T09:51:46.147" v="13911" actId="700"/>
          <ac:spMkLst>
            <pc:docMk/>
            <pc:sldMk cId="1193768616" sldId="756"/>
            <ac:spMk id="4" creationId="{0AA20BD1-4395-62EF-3CBA-66A6B0368A32}"/>
          </ac:spMkLst>
        </pc:spChg>
        <pc:spChg chg="add mod">
          <ac:chgData name="Wick, Felix" userId="85efb633-acf6-425d-a271-4f136bfa2fb0" providerId="ADAL" clId="{DACC29C2-A778-45C7-8543-4D646C639406}" dt="2025-03-11T09:51:50.385" v="13919"/>
          <ac:spMkLst>
            <pc:docMk/>
            <pc:sldMk cId="1193768616" sldId="756"/>
            <ac:spMk id="10" creationId="{9B8D883A-40CD-FCA7-6006-10AF08ED1DC5}"/>
          </ac:spMkLst>
        </pc:spChg>
        <pc:spChg chg="add mod">
          <ac:chgData name="Wick, Felix" userId="85efb633-acf6-425d-a271-4f136bfa2fb0" providerId="ADAL" clId="{DACC29C2-A778-45C7-8543-4D646C639406}" dt="2025-03-11T10:06:36.972" v="14484" actId="20577"/>
          <ac:spMkLst>
            <pc:docMk/>
            <pc:sldMk cId="1193768616" sldId="756"/>
            <ac:spMk id="11" creationId="{3D738377-80C6-F10A-D58D-DF99ABDF2D18}"/>
          </ac:spMkLst>
        </pc:spChg>
        <pc:spChg chg="add mod">
          <ac:chgData name="Wick, Felix" userId="85efb633-acf6-425d-a271-4f136bfa2fb0" providerId="ADAL" clId="{DACC29C2-A778-45C7-8543-4D646C639406}" dt="2025-03-11T10:00:57.315" v="14206"/>
          <ac:spMkLst>
            <pc:docMk/>
            <pc:sldMk cId="1193768616" sldId="756"/>
            <ac:spMk id="12" creationId="{87ED101C-BBB7-BB48-775A-F0FB998C3C04}"/>
          </ac:spMkLst>
        </pc:spChg>
        <pc:picChg chg="add mod">
          <ac:chgData name="Wick, Felix" userId="85efb633-acf6-425d-a271-4f136bfa2fb0" providerId="ADAL" clId="{DACC29C2-A778-45C7-8543-4D646C639406}" dt="2025-03-11T09:51:58.535" v="13950" actId="1037"/>
          <ac:picMkLst>
            <pc:docMk/>
            <pc:sldMk cId="1193768616" sldId="756"/>
            <ac:picMk id="6" creationId="{95BE634D-24B3-0A07-50A9-8B2FE636CF7F}"/>
          </ac:picMkLst>
        </pc:picChg>
      </pc:sldChg>
      <pc:sldChg chg="modSp new add del mod">
        <pc:chgData name="Wick, Felix" userId="85efb633-acf6-425d-a271-4f136bfa2fb0" providerId="ADAL" clId="{DACC29C2-A778-45C7-8543-4D646C639406}" dt="2025-03-10T23:38:39.675" v="12891" actId="47"/>
        <pc:sldMkLst>
          <pc:docMk/>
          <pc:sldMk cId="2048567758" sldId="757"/>
        </pc:sldMkLst>
      </pc:sldChg>
      <pc:sldChg chg="addSp modSp new mod">
        <pc:chgData name="Wick, Felix" userId="85efb633-acf6-425d-a271-4f136bfa2fb0" providerId="ADAL" clId="{DACC29C2-A778-45C7-8543-4D646C639406}" dt="2025-03-11T12:34:04.172" v="14963" actId="20577"/>
        <pc:sldMkLst>
          <pc:docMk/>
          <pc:sldMk cId="3053872215" sldId="757"/>
        </pc:sldMkLst>
        <pc:spChg chg="mod">
          <ac:chgData name="Wick, Felix" userId="85efb633-acf6-425d-a271-4f136bfa2fb0" providerId="ADAL" clId="{DACC29C2-A778-45C7-8543-4D646C639406}" dt="2025-03-11T10:08:51.119" v="14489" actId="20577"/>
          <ac:spMkLst>
            <pc:docMk/>
            <pc:sldMk cId="3053872215" sldId="757"/>
            <ac:spMk id="2" creationId="{02DC1936-AE8E-BDC7-4F55-A18D36641225}"/>
          </ac:spMkLst>
        </pc:spChg>
        <pc:spChg chg="mod">
          <ac:chgData name="Wick, Felix" userId="85efb633-acf6-425d-a271-4f136bfa2fb0" providerId="ADAL" clId="{DACC29C2-A778-45C7-8543-4D646C639406}" dt="2025-03-11T12:34:04.172" v="14963" actId="20577"/>
          <ac:spMkLst>
            <pc:docMk/>
            <pc:sldMk cId="3053872215" sldId="757"/>
            <ac:spMk id="3" creationId="{1ED3119A-5584-8049-4769-A82FDFD02FEA}"/>
          </ac:spMkLst>
        </pc:spChg>
        <pc:picChg chg="add mod">
          <ac:chgData name="Wick, Felix" userId="85efb633-acf6-425d-a271-4f136bfa2fb0" providerId="ADAL" clId="{DACC29C2-A778-45C7-8543-4D646C639406}" dt="2025-03-11T12:32:48.404" v="14901" actId="14100"/>
          <ac:picMkLst>
            <pc:docMk/>
            <pc:sldMk cId="3053872215" sldId="757"/>
            <ac:picMk id="6" creationId="{8FC4E49D-3991-A31E-BC03-DE901A39C039}"/>
          </ac:picMkLst>
        </pc:picChg>
      </pc:sldChg>
      <pc:sldChg chg="modSp mod">
        <pc:chgData name="Wick, Felix" userId="85efb633-acf6-425d-a271-4f136bfa2fb0" providerId="ADAL" clId="{DACC29C2-A778-45C7-8543-4D646C639406}" dt="2025-03-11T12:28:49" v="14834" actId="20577"/>
        <pc:sldMkLst>
          <pc:docMk/>
          <pc:sldMk cId="1268162912" sldId="758"/>
        </pc:sldMkLst>
        <pc:spChg chg="mod">
          <ac:chgData name="Wick, Felix" userId="85efb633-acf6-425d-a271-4f136bfa2fb0" providerId="ADAL" clId="{DACC29C2-A778-45C7-8543-4D646C639406}" dt="2025-03-11T12:28:49" v="14834" actId="20577"/>
          <ac:spMkLst>
            <pc:docMk/>
            <pc:sldMk cId="1268162912" sldId="758"/>
            <ac:spMk id="5" creationId="{B2CA9851-4199-DE35-DC21-B5A5BAEE10C4}"/>
          </ac:spMkLst>
        </pc:spChg>
      </pc:sldChg>
      <pc:sldChg chg="addSp modSp new del mod">
        <pc:chgData name="Wick, Felix" userId="85efb633-acf6-425d-a271-4f136bfa2fb0" providerId="ADAL" clId="{DACC29C2-A778-45C7-8543-4D646C639406}" dt="2025-03-10T23:16:11.287" v="12635" actId="680"/>
        <pc:sldMkLst>
          <pc:docMk/>
          <pc:sldMk cId="2432376496" sldId="758"/>
        </pc:sldMkLst>
      </pc:sldChg>
      <pc:sldChg chg="modSp mod">
        <pc:chgData name="Wick, Felix" userId="85efb633-acf6-425d-a271-4f136bfa2fb0" providerId="ADAL" clId="{DACC29C2-A778-45C7-8543-4D646C639406}" dt="2025-03-11T07:27:43.335" v="13123" actId="20577"/>
        <pc:sldMkLst>
          <pc:docMk/>
          <pc:sldMk cId="2138685873" sldId="759"/>
        </pc:sldMkLst>
        <pc:spChg chg="mod">
          <ac:chgData name="Wick, Felix" userId="85efb633-acf6-425d-a271-4f136bfa2fb0" providerId="ADAL" clId="{DACC29C2-A778-45C7-8543-4D646C639406}" dt="2025-03-11T07:27:43.335" v="13123" actId="20577"/>
          <ac:spMkLst>
            <pc:docMk/>
            <pc:sldMk cId="2138685873" sldId="759"/>
            <ac:spMk id="5" creationId="{BB41473A-6CF4-01E4-7FA6-3D0795C94569}"/>
          </ac:spMkLst>
        </pc:spChg>
      </pc:sldChg>
      <pc:sldChg chg="addSp modSp new del mod">
        <pc:chgData name="Wick, Felix" userId="85efb633-acf6-425d-a271-4f136bfa2fb0" providerId="ADAL" clId="{DACC29C2-A778-45C7-8543-4D646C639406}" dt="2025-03-11T12:28:38.031" v="14829" actId="47"/>
        <pc:sldMkLst>
          <pc:docMk/>
          <pc:sldMk cId="2736983411" sldId="760"/>
        </pc:sldMkLst>
      </pc:sldChg>
      <pc:sldChg chg="addSp delSp modSp new mod">
        <pc:chgData name="Wick, Felix" userId="85efb633-acf6-425d-a271-4f136bfa2fb0" providerId="ADAL" clId="{DACC29C2-A778-45C7-8543-4D646C639406}" dt="2025-03-11T12:46:34.540" v="15169" actId="20577"/>
        <pc:sldMkLst>
          <pc:docMk/>
          <pc:sldMk cId="855224840" sldId="761"/>
        </pc:sldMkLst>
        <pc:spChg chg="mod">
          <ac:chgData name="Wick, Felix" userId="85efb633-acf6-425d-a271-4f136bfa2fb0" providerId="ADAL" clId="{DACC29C2-A778-45C7-8543-4D646C639406}" dt="2025-03-11T10:09:26.306" v="14509" actId="20577"/>
          <ac:spMkLst>
            <pc:docMk/>
            <pc:sldMk cId="855224840" sldId="761"/>
            <ac:spMk id="2" creationId="{35E237F0-D221-18B4-7B8F-A1DEC9B52F0D}"/>
          </ac:spMkLst>
        </pc:spChg>
        <pc:spChg chg="mod">
          <ac:chgData name="Wick, Felix" userId="85efb633-acf6-425d-a271-4f136bfa2fb0" providerId="ADAL" clId="{DACC29C2-A778-45C7-8543-4D646C639406}" dt="2025-03-11T12:46:34.540" v="15169" actId="20577"/>
          <ac:spMkLst>
            <pc:docMk/>
            <pc:sldMk cId="855224840" sldId="761"/>
            <ac:spMk id="3" creationId="{B6CBFEB1-8F83-307C-536B-4395B46DE1D7}"/>
          </ac:spMkLst>
        </pc:spChg>
        <pc:picChg chg="add mod ord">
          <ac:chgData name="Wick, Felix" userId="85efb633-acf6-425d-a271-4f136bfa2fb0" providerId="ADAL" clId="{DACC29C2-A778-45C7-8543-4D646C639406}" dt="2025-03-11T12:42:31.722" v="15021" actId="1035"/>
          <ac:picMkLst>
            <pc:docMk/>
            <pc:sldMk cId="855224840" sldId="761"/>
            <ac:picMk id="8" creationId="{0AAB5E47-C028-6A81-FEDB-86397F4234E2}"/>
          </ac:picMkLst>
        </pc:picChg>
      </pc:sldChg>
      <pc:sldChg chg="addSp modSp new mod ord">
        <pc:chgData name="Wick, Felix" userId="85efb633-acf6-425d-a271-4f136bfa2fb0" providerId="ADAL" clId="{DACC29C2-A778-45C7-8543-4D646C639406}" dt="2025-03-11T12:35:21.153" v="15005" actId="20577"/>
        <pc:sldMkLst>
          <pc:docMk/>
          <pc:sldMk cId="3412062414" sldId="762"/>
        </pc:sldMkLst>
        <pc:spChg chg="mod">
          <ac:chgData name="Wick, Felix" userId="85efb633-acf6-425d-a271-4f136bfa2fb0" providerId="ADAL" clId="{DACC29C2-A778-45C7-8543-4D646C639406}" dt="2025-03-11T10:11:51.849" v="14518" actId="20577"/>
          <ac:spMkLst>
            <pc:docMk/>
            <pc:sldMk cId="3412062414" sldId="762"/>
            <ac:spMk id="2" creationId="{02206AA2-1E5E-FFF1-28E5-4F6790FFA36D}"/>
          </ac:spMkLst>
        </pc:spChg>
        <pc:spChg chg="mod">
          <ac:chgData name="Wick, Felix" userId="85efb633-acf6-425d-a271-4f136bfa2fb0" providerId="ADAL" clId="{DACC29C2-A778-45C7-8543-4D646C639406}" dt="2025-03-11T12:35:21.153" v="15005" actId="20577"/>
          <ac:spMkLst>
            <pc:docMk/>
            <pc:sldMk cId="3412062414" sldId="762"/>
            <ac:spMk id="3" creationId="{BB9AA76F-EF8C-33FA-18C0-8E2C16FDABBD}"/>
          </ac:spMkLst>
        </pc:spChg>
        <pc:picChg chg="add mod">
          <ac:chgData name="Wick, Felix" userId="85efb633-acf6-425d-a271-4f136bfa2fb0" providerId="ADAL" clId="{DACC29C2-A778-45C7-8543-4D646C639406}" dt="2025-03-11T11:54:59.605" v="14535" actId="1076"/>
          <ac:picMkLst>
            <pc:docMk/>
            <pc:sldMk cId="3412062414" sldId="762"/>
            <ac:picMk id="6" creationId="{D5D6AA8C-7EAE-2075-B184-C702D30DC246}"/>
          </ac:picMkLst>
        </pc:picChg>
      </pc:sldChg>
      <pc:sldChg chg="addSp delSp modSp new mod ord modClrScheme chgLayout">
        <pc:chgData name="Wick, Felix" userId="85efb633-acf6-425d-a271-4f136bfa2fb0" providerId="ADAL" clId="{DACC29C2-A778-45C7-8543-4D646C639406}" dt="2025-03-18T13:59:41.133" v="22120" actId="1076"/>
        <pc:sldMkLst>
          <pc:docMk/>
          <pc:sldMk cId="763901839" sldId="763"/>
        </pc:sldMkLst>
        <pc:spChg chg="mod ord">
          <ac:chgData name="Wick, Felix" userId="85efb633-acf6-425d-a271-4f136bfa2fb0" providerId="ADAL" clId="{DACC29C2-A778-45C7-8543-4D646C639406}" dt="2025-03-11T13:32:21.818" v="15323" actId="700"/>
          <ac:spMkLst>
            <pc:docMk/>
            <pc:sldMk cId="763901839" sldId="763"/>
            <ac:spMk id="4" creationId="{B5777D9E-3EB8-B9D4-9E05-39C59B25F18E}"/>
          </ac:spMkLst>
        </pc:spChg>
        <pc:spChg chg="add mod">
          <ac:chgData name="Wick, Felix" userId="85efb633-acf6-425d-a271-4f136bfa2fb0" providerId="ADAL" clId="{DACC29C2-A778-45C7-8543-4D646C639406}" dt="2025-03-18T13:58:15.086" v="22105" actId="1038"/>
          <ac:spMkLst>
            <pc:docMk/>
            <pc:sldMk cId="763901839" sldId="763"/>
            <ac:spMk id="9" creationId="{BAAE70BC-18BD-8ADE-1D0D-DE8BAB53C3BC}"/>
          </ac:spMkLst>
        </pc:spChg>
        <pc:spChg chg="add mod">
          <ac:chgData name="Wick, Felix" userId="85efb633-acf6-425d-a271-4f136bfa2fb0" providerId="ADAL" clId="{DACC29C2-A778-45C7-8543-4D646C639406}" dt="2025-03-18T13:58:20.574" v="22106" actId="1076"/>
          <ac:spMkLst>
            <pc:docMk/>
            <pc:sldMk cId="763901839" sldId="763"/>
            <ac:spMk id="10" creationId="{3DFA5F87-C0DC-501C-FF32-2402E9A033EB}"/>
          </ac:spMkLst>
        </pc:spChg>
        <pc:picChg chg="add del mod">
          <ac:chgData name="Wick, Felix" userId="85efb633-acf6-425d-a271-4f136bfa2fb0" providerId="ADAL" clId="{DACC29C2-A778-45C7-8543-4D646C639406}" dt="2025-03-18T13:58:59.386" v="22112" actId="478"/>
          <ac:picMkLst>
            <pc:docMk/>
            <pc:sldMk cId="763901839" sldId="763"/>
            <ac:picMk id="3" creationId="{85D82589-4632-0BE4-83DF-9DA115342DAB}"/>
          </ac:picMkLst>
        </pc:picChg>
        <pc:picChg chg="add mod">
          <ac:chgData name="Wick, Felix" userId="85efb633-acf6-425d-a271-4f136bfa2fb0" providerId="ADAL" clId="{DACC29C2-A778-45C7-8543-4D646C639406}" dt="2025-03-18T13:58:15.086" v="22105" actId="1038"/>
          <ac:picMkLst>
            <pc:docMk/>
            <pc:sldMk cId="763901839" sldId="763"/>
            <ac:picMk id="6" creationId="{9C1B3A44-FF7D-42AC-7F58-5DBF7823F7FF}"/>
          </ac:picMkLst>
        </pc:picChg>
        <pc:picChg chg="add mod">
          <ac:chgData name="Wick, Felix" userId="85efb633-acf6-425d-a271-4f136bfa2fb0" providerId="ADAL" clId="{DACC29C2-A778-45C7-8543-4D646C639406}" dt="2025-03-18T13:59:41.133" v="22120" actId="1076"/>
          <ac:picMkLst>
            <pc:docMk/>
            <pc:sldMk cId="763901839" sldId="763"/>
            <ac:picMk id="7" creationId="{7770CB58-00D0-0A7B-F0D8-824FD7C60C1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8T10:24:18.097" v="21977" actId="20577"/>
        <pc:sldMkLst>
          <pc:docMk/>
          <pc:sldMk cId="2158015399" sldId="764"/>
        </pc:sldMkLst>
        <pc:spChg chg="mod ord">
          <ac:chgData name="Wick, Felix" userId="85efb633-acf6-425d-a271-4f136bfa2fb0" providerId="ADAL" clId="{DACC29C2-A778-45C7-8543-4D646C639406}" dt="2025-03-11T19:26:20.298" v="16476" actId="700"/>
          <ac:spMkLst>
            <pc:docMk/>
            <pc:sldMk cId="2158015399" sldId="764"/>
            <ac:spMk id="3" creationId="{BA58655B-DBC4-1FBD-553A-7013712C2C8A}"/>
          </ac:spMkLst>
        </pc:spChg>
        <pc:spChg chg="add mod ord">
          <ac:chgData name="Wick, Felix" userId="85efb633-acf6-425d-a271-4f136bfa2fb0" providerId="ADAL" clId="{DACC29C2-A778-45C7-8543-4D646C639406}" dt="2025-03-11T19:31:22.792" v="16880" actId="255"/>
          <ac:spMkLst>
            <pc:docMk/>
            <pc:sldMk cId="2158015399" sldId="764"/>
            <ac:spMk id="4" creationId="{28278F78-95FB-8544-1864-5DA22AF49253}"/>
          </ac:spMkLst>
        </pc:spChg>
        <pc:spChg chg="add mod ord">
          <ac:chgData name="Wick, Felix" userId="85efb633-acf6-425d-a271-4f136bfa2fb0" providerId="ADAL" clId="{DACC29C2-A778-45C7-8543-4D646C639406}" dt="2025-03-18T10:24:18.097" v="21977" actId="20577"/>
          <ac:spMkLst>
            <pc:docMk/>
            <pc:sldMk cId="2158015399" sldId="764"/>
            <ac:spMk id="5" creationId="{E7C1F577-EE52-05E8-BBEB-14CB5BBE691B}"/>
          </ac:spMkLst>
        </pc:spChg>
      </pc:sldChg>
      <pc:sldChg chg="modSp new mod">
        <pc:chgData name="Wick, Felix" userId="85efb633-acf6-425d-a271-4f136bfa2fb0" providerId="ADAL" clId="{DACC29C2-A778-45C7-8543-4D646C639406}" dt="2025-03-13T09:56:27.557" v="20072" actId="20577"/>
        <pc:sldMkLst>
          <pc:docMk/>
          <pc:sldMk cId="764718086" sldId="765"/>
        </pc:sldMkLst>
        <pc:spChg chg="mod">
          <ac:chgData name="Wick, Felix" userId="85efb633-acf6-425d-a271-4f136bfa2fb0" providerId="ADAL" clId="{DACC29C2-A778-45C7-8543-4D646C639406}" dt="2025-03-12T06:30:33.730" v="17716"/>
          <ac:spMkLst>
            <pc:docMk/>
            <pc:sldMk cId="764718086" sldId="765"/>
            <ac:spMk id="2" creationId="{E791220E-7236-CFD5-A376-75A09DAE62CB}"/>
          </ac:spMkLst>
        </pc:spChg>
        <pc:spChg chg="mod">
          <ac:chgData name="Wick, Felix" userId="85efb633-acf6-425d-a271-4f136bfa2fb0" providerId="ADAL" clId="{DACC29C2-A778-45C7-8543-4D646C639406}" dt="2025-03-13T09:56:27.557" v="20072" actId="20577"/>
          <ac:spMkLst>
            <pc:docMk/>
            <pc:sldMk cId="764718086" sldId="765"/>
            <ac:spMk id="3" creationId="{D8F3B1CA-25BE-6A28-E8EA-84530C91DC54}"/>
          </ac:spMkLst>
        </pc:spChg>
      </pc:sldChg>
      <pc:sldChg chg="modSp new mod">
        <pc:chgData name="Wick, Felix" userId="85efb633-acf6-425d-a271-4f136bfa2fb0" providerId="ADAL" clId="{DACC29C2-A778-45C7-8543-4D646C639406}" dt="2025-03-13T10:16:01.348" v="20814" actId="20577"/>
        <pc:sldMkLst>
          <pc:docMk/>
          <pc:sldMk cId="2407320420" sldId="766"/>
        </pc:sldMkLst>
        <pc:spChg chg="mod">
          <ac:chgData name="Wick, Felix" userId="85efb633-acf6-425d-a271-4f136bfa2fb0" providerId="ADAL" clId="{DACC29C2-A778-45C7-8543-4D646C639406}" dt="2025-03-13T10:01:25.482" v="20100" actId="20577"/>
          <ac:spMkLst>
            <pc:docMk/>
            <pc:sldMk cId="2407320420" sldId="766"/>
            <ac:spMk id="2" creationId="{3EC70418-8F83-3C9E-7A93-DF61EC41A1E3}"/>
          </ac:spMkLst>
        </pc:spChg>
        <pc:spChg chg="mod">
          <ac:chgData name="Wick, Felix" userId="85efb633-acf6-425d-a271-4f136bfa2fb0" providerId="ADAL" clId="{DACC29C2-A778-45C7-8543-4D646C639406}" dt="2025-03-13T10:16:01.348" v="20814" actId="20577"/>
          <ac:spMkLst>
            <pc:docMk/>
            <pc:sldMk cId="2407320420" sldId="766"/>
            <ac:spMk id="3" creationId="{6CAFF65F-2B24-83B6-1383-8EC4F9454843}"/>
          </ac:spMkLst>
        </pc:spChg>
      </pc:sldChg>
      <pc:sldChg chg="addSp modSp new mod">
        <pc:chgData name="Wick, Felix" userId="85efb633-acf6-425d-a271-4f136bfa2fb0" providerId="ADAL" clId="{DACC29C2-A778-45C7-8543-4D646C639406}" dt="2025-03-13T10:34:59.979" v="21225" actId="20577"/>
        <pc:sldMkLst>
          <pc:docMk/>
          <pc:sldMk cId="2338209074" sldId="767"/>
        </pc:sldMkLst>
        <pc:spChg chg="add mod">
          <ac:chgData name="Wick, Felix" userId="85efb633-acf6-425d-a271-4f136bfa2fb0" providerId="ADAL" clId="{DACC29C2-A778-45C7-8543-4D646C639406}" dt="2025-03-13T10:25:27.543" v="20856" actId="27636"/>
          <ac:spMkLst>
            <pc:docMk/>
            <pc:sldMk cId="2338209074" sldId="767"/>
            <ac:spMk id="3" creationId="{01EB4AE9-F3FF-2ABB-B240-09C4652B9BD0}"/>
          </ac:spMkLst>
        </pc:spChg>
        <pc:spChg chg="add mod">
          <ac:chgData name="Wick, Felix" userId="85efb633-acf6-425d-a271-4f136bfa2fb0" providerId="ADAL" clId="{DACC29C2-A778-45C7-8543-4D646C639406}" dt="2025-03-13T10:34:59.979" v="21225" actId="20577"/>
          <ac:spMkLst>
            <pc:docMk/>
            <pc:sldMk cId="2338209074" sldId="767"/>
            <ac:spMk id="4" creationId="{001100A7-6AEF-6906-2A86-5AE713F844AF}"/>
          </ac:spMkLst>
        </pc:spChg>
        <pc:spChg chg="add mod">
          <ac:chgData name="Wick, Felix" userId="85efb633-acf6-425d-a271-4f136bfa2fb0" providerId="ADAL" clId="{DACC29C2-A778-45C7-8543-4D646C639406}" dt="2025-03-13T10:26:08.330" v="20861" actId="1076"/>
          <ac:spMkLst>
            <pc:docMk/>
            <pc:sldMk cId="2338209074" sldId="767"/>
            <ac:spMk id="5" creationId="{D5852171-30FF-2975-E122-702663052D61}"/>
          </ac:spMkLst>
        </pc:spChg>
        <pc:picChg chg="add mod">
          <ac:chgData name="Wick, Felix" userId="85efb633-acf6-425d-a271-4f136bfa2fb0" providerId="ADAL" clId="{DACC29C2-A778-45C7-8543-4D646C639406}" dt="2025-03-13T10:23:20.281" v="20817" actId="1076"/>
          <ac:picMkLst>
            <pc:docMk/>
            <pc:sldMk cId="2338209074" sldId="767"/>
            <ac:picMk id="1026" creationId="{FC870770-F54B-5DD7-DF12-34A6E12AB15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3T11:01:09.096" v="21590" actId="1038"/>
        <pc:sldMkLst>
          <pc:docMk/>
          <pc:sldMk cId="820025180" sldId="768"/>
        </pc:sldMkLst>
        <pc:spChg chg="mod ord">
          <ac:chgData name="Wick, Felix" userId="85efb633-acf6-425d-a271-4f136bfa2fb0" providerId="ADAL" clId="{DACC29C2-A778-45C7-8543-4D646C639406}" dt="2025-03-13T10:46:27.393" v="21241" actId="700"/>
          <ac:spMkLst>
            <pc:docMk/>
            <pc:sldMk cId="820025180" sldId="768"/>
            <ac:spMk id="4" creationId="{B2E9D468-A5B3-3E34-5C8E-5963984ED935}"/>
          </ac:spMkLst>
        </pc:spChg>
        <pc:spChg chg="add mod ord">
          <ac:chgData name="Wick, Felix" userId="85efb633-acf6-425d-a271-4f136bfa2fb0" providerId="ADAL" clId="{DACC29C2-A778-45C7-8543-4D646C639406}" dt="2025-03-13T11:00:57.571" v="21574" actId="255"/>
          <ac:spMkLst>
            <pc:docMk/>
            <pc:sldMk cId="820025180" sldId="768"/>
            <ac:spMk id="7" creationId="{6DF1FD18-D2A0-2078-98E0-DBA1C40924C9}"/>
          </ac:spMkLst>
        </pc:spChg>
        <pc:spChg chg="add mod ord">
          <ac:chgData name="Wick, Felix" userId="85efb633-acf6-425d-a271-4f136bfa2fb0" providerId="ADAL" clId="{DACC29C2-A778-45C7-8543-4D646C639406}" dt="2025-03-13T11:00:35.445" v="21547" actId="14100"/>
          <ac:spMkLst>
            <pc:docMk/>
            <pc:sldMk cId="820025180" sldId="768"/>
            <ac:spMk id="8" creationId="{92711593-CE88-D625-4052-59C05976213D}"/>
          </ac:spMkLst>
        </pc:spChg>
        <pc:picChg chg="add mod ord">
          <ac:chgData name="Wick, Felix" userId="85efb633-acf6-425d-a271-4f136bfa2fb0" providerId="ADAL" clId="{DACC29C2-A778-45C7-8543-4D646C639406}" dt="2025-03-13T11:01:09.096" v="21590" actId="1038"/>
          <ac:picMkLst>
            <pc:docMk/>
            <pc:sldMk cId="820025180" sldId="768"/>
            <ac:picMk id="6" creationId="{923A2402-E105-6802-1513-F2F26EDF0F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4A0A5-3125-4A93-A463-B2CA0DCE058B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BB845-5EDE-4644-BE7F-B673B342B3A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9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BB845-5EDE-4644-BE7F-B673B342B3A7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46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56D-5ACD-4673-BCE9-52505EC32CEF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9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3083-041D-491F-A9FE-D51D99E0B41E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9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55E6-A1CA-4CB6-9964-88D5086DA5CA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94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E38-24C1-4A8F-B916-1E714FC129DD}" type="datetime1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93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BCDC-BAA6-44B5-B642-6F28D623ABB1}" type="datetime1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65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BEC3-2CF9-4B19-A0A5-E70A0675B677}" type="datetime1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3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8BFD-B06D-4A45-8453-724AC7BA29C5}" type="datetime1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76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99B0-2926-4194-B668-6A0D6123824C}" type="datetime1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3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26-21FD-40F4-9F0B-AD19F2317DCA}" type="datetime1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8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2639-5270-4811-807B-89D4AE95E7ED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4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976C-D408-4E27-8D02-D7795F6D8A01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896D-5D36-4D31-A0CE-0C2BFB17B225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4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20.sv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0.png"/><Relationship Id="rId5" Type="http://schemas.openxmlformats.org/officeDocument/2006/relationships/image" Target="../media/image18.png"/><Relationship Id="rId4" Type="http://schemas.openxmlformats.org/officeDocument/2006/relationships/image" Target="../media/image17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eeplearningbook.org/contents/numerical.html" TargetMode="Externa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hyperlink" Target="https://allmodelsarewrong.github.io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hyperlink" Target="https://cyclicboosting.org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repositories.lib.utexas.edu/bitstream/handle/2152/63037/HADLOCK-DISSERTATION-2017.p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image" Target="../media/image2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auto_examples/tree/plot_tree_regression.html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llmodelsarewrong.github.io/forest.html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1.png"/><Relationship Id="rId4" Type="http://schemas.openxmlformats.org/officeDocument/2006/relationships/image" Target="../media/image31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Exploratory</a:t>
            </a:r>
            <a:r>
              <a:rPr lang="de-DE" dirty="0"/>
              <a:t> Data Analysis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Clustering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Probabilistic</a:t>
            </a:r>
            <a:r>
              <a:rPr lang="de-DE" dirty="0"/>
              <a:t> Models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Statistical </a:t>
            </a:r>
            <a:r>
              <a:rPr lang="de-DE" dirty="0" err="1"/>
              <a:t>Inference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de-DE" dirty="0"/>
              <a:t>Feature Engineering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Model Evaluation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Deep Learning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Time Series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 err="1"/>
              <a:t>Causality</a:t>
            </a: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9200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A91DF71-F48F-35B4-16D1-D9C43B208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87F1207-8DF8-5FD4-4583-F7C3978FD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linear </a:t>
            </a:r>
            <a:r>
              <a:rPr lang="de-DE" dirty="0" err="1"/>
              <a:t>regression</a:t>
            </a:r>
            <a:endParaRPr lang="de-DE" dirty="0"/>
          </a:p>
          <a:p>
            <a:r>
              <a:rPr lang="de-DE" dirty="0" err="1"/>
              <a:t>training</a:t>
            </a:r>
            <a:endParaRPr lang="de-DE" dirty="0"/>
          </a:p>
          <a:p>
            <a:r>
              <a:rPr lang="de-DE" dirty="0" err="1"/>
              <a:t>logistic</a:t>
            </a:r>
            <a:r>
              <a:rPr lang="de-DE" dirty="0"/>
              <a:t> </a:t>
            </a:r>
            <a:r>
              <a:rPr lang="de-DE" dirty="0" err="1"/>
              <a:t>regression</a:t>
            </a:r>
            <a:endParaRPr lang="de-DE" dirty="0"/>
          </a:p>
          <a:p>
            <a:r>
              <a:rPr lang="de-DE" dirty="0" err="1"/>
              <a:t>Generalized</a:t>
            </a:r>
            <a:r>
              <a:rPr lang="de-DE" dirty="0"/>
              <a:t> Linear Models</a:t>
            </a:r>
          </a:p>
          <a:p>
            <a:r>
              <a:rPr lang="de-DE" dirty="0" err="1"/>
              <a:t>quantile</a:t>
            </a:r>
            <a:r>
              <a:rPr lang="de-DE" dirty="0"/>
              <a:t> </a:t>
            </a:r>
            <a:r>
              <a:rPr lang="de-DE" dirty="0" err="1"/>
              <a:t>regression</a:t>
            </a:r>
            <a:endParaRPr lang="de-DE" dirty="0"/>
          </a:p>
          <a:p>
            <a:r>
              <a:rPr lang="de-DE" dirty="0" err="1"/>
              <a:t>Generalized</a:t>
            </a:r>
            <a:r>
              <a:rPr lang="de-DE" dirty="0"/>
              <a:t> Additive Models</a:t>
            </a:r>
          </a:p>
          <a:p>
            <a:r>
              <a:rPr lang="de-DE" dirty="0" err="1"/>
              <a:t>k-Nearest</a:t>
            </a:r>
            <a:r>
              <a:rPr lang="de-DE" dirty="0"/>
              <a:t> </a:t>
            </a:r>
            <a:r>
              <a:rPr lang="de-DE" dirty="0" err="1"/>
              <a:t>Neighbors</a:t>
            </a:r>
            <a:endParaRPr lang="de-DE" dirty="0"/>
          </a:p>
          <a:p>
            <a:r>
              <a:rPr lang="de-DE" dirty="0" err="1"/>
              <a:t>decision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and </a:t>
            </a:r>
            <a:r>
              <a:rPr lang="de-DE" dirty="0" err="1"/>
              <a:t>ensemble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BDC808-B76D-D833-E67A-AE00811D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595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C1E4-6AD7-8D09-5D38-21375316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 Learning?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9B1B0-1661-F50C-4ACA-6DE3D65E4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l</a:t>
            </a:r>
            <a:r>
              <a:rPr lang="en-DE"/>
              <a:t>earning from </a:t>
            </a:r>
            <a:r>
              <a:rPr lang="de-DE" dirty="0" err="1"/>
              <a:t>e</a:t>
            </a:r>
            <a:r>
              <a:rPr lang="en-DE"/>
              <a:t>xperience/</a:t>
            </a:r>
            <a:r>
              <a:rPr lang="de-DE" dirty="0"/>
              <a:t>d</a:t>
            </a:r>
            <a:r>
              <a:rPr lang="en-DE"/>
              <a:t>ata</a:t>
            </a:r>
            <a:r>
              <a:rPr lang="de-DE" dirty="0"/>
              <a:t>: </a:t>
            </a:r>
            <a:r>
              <a:rPr lang="en-GB" dirty="0"/>
              <a:t>exploiting statistical dependencies with the aim of </a:t>
            </a:r>
            <a:r>
              <a:rPr lang="en-GB" b="1" dirty="0"/>
              <a:t>generalization </a:t>
            </a:r>
            <a:r>
              <a:rPr lang="en-GB" dirty="0"/>
              <a:t>to new data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training: </a:t>
            </a:r>
            <a:r>
              <a:rPr lang="en-DE" b="1"/>
              <a:t>ML </a:t>
            </a:r>
            <a:r>
              <a:rPr lang="en-DE" b="1" dirty="0"/>
              <a:t>algorithm + data = explicit algorithm</a:t>
            </a:r>
            <a:r>
              <a:rPr lang="en-GB" dirty="0"/>
              <a:t> (to be used later)</a:t>
            </a:r>
            <a:endParaRPr lang="en-DE" dirty="0"/>
          </a:p>
          <a:p>
            <a:pPr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 r</a:t>
            </a:r>
            <a:r>
              <a:rPr lang="en-DE" dirty="0">
                <a:sym typeface="Wingdings" pitchFamily="2" charset="2"/>
              </a:rPr>
              <a:t>eduction of complexity and much better generalizability compared to handcrafted algorithms</a:t>
            </a:r>
          </a:p>
          <a:p>
            <a:pPr marL="0" indent="0">
              <a:buNone/>
            </a:pPr>
            <a:endParaRPr lang="en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a</a:t>
            </a:r>
            <a:r>
              <a:rPr lang="en-DE" dirty="0">
                <a:sym typeface="Wingdings" pitchFamily="2" charset="2"/>
              </a:rPr>
              <a:t>nalogy: </a:t>
            </a:r>
            <a:r>
              <a:rPr lang="en-GB" dirty="0"/>
              <a:t>Humans do not hit the ground running (storage capacity of DNA limited) but have learning capabilities.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A252D-C08C-169A-2929-AD29EAD7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309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68474-B64E-C6EC-6B3C-9C843D4B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5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A50E04-3D60-66D2-8638-F7F57EDDA6DA}"/>
              </a:ext>
            </a:extLst>
          </p:cNvPr>
          <p:cNvGrpSpPr/>
          <p:nvPr/>
        </p:nvGrpSpPr>
        <p:grpSpPr>
          <a:xfrm>
            <a:off x="71915" y="85725"/>
            <a:ext cx="12048169" cy="5927675"/>
            <a:chOff x="175321" y="218621"/>
            <a:chExt cx="12048169" cy="5927675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C1A1B37E-59B0-ADDA-B17A-FAA0ECBDD4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909" t="53477" r="35242" b="29747"/>
            <a:stretch/>
          </p:blipFill>
          <p:spPr>
            <a:xfrm>
              <a:off x="4093771" y="3339970"/>
              <a:ext cx="1120291" cy="872729"/>
            </a:xfrm>
            <a:prstGeom prst="rect">
              <a:avLst/>
            </a:prstGeom>
          </p:spPr>
        </p:pic>
        <p:pic>
          <p:nvPicPr>
            <p:cNvPr id="7" name="Picture 2" descr="Building Autoencoders in Keras">
              <a:extLst>
                <a:ext uri="{FF2B5EF4-FFF2-40B4-BE49-F238E27FC236}">
                  <a16:creationId xmlns:a16="http://schemas.microsoft.com/office/drawing/2014/main" id="{D9E6DDD4-A04F-E58B-F433-3EDEF323E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3489" y="4389758"/>
              <a:ext cx="1410036" cy="44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7D2F8F-5EDD-6B7E-7313-970BD358220C}"/>
                </a:ext>
              </a:extLst>
            </p:cNvPr>
            <p:cNvSpPr txBox="1"/>
            <p:nvPr/>
          </p:nvSpPr>
          <p:spPr>
            <a:xfrm>
              <a:off x="2456981" y="218621"/>
              <a:ext cx="4319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ccordAlternate" panose="02000000000000000000" pitchFamily="50" charset="0"/>
                </a:rPr>
                <a:t>MACHINE LEARNING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7BA05BF-16E7-77F0-11E9-87A50BCD6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967" y="824266"/>
              <a:ext cx="763649" cy="981135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805CF5-4013-AFDB-E7AD-55773D741F17}"/>
                </a:ext>
              </a:extLst>
            </p:cNvPr>
            <p:cNvSpPr txBox="1"/>
            <p:nvPr/>
          </p:nvSpPr>
          <p:spPr>
            <a:xfrm>
              <a:off x="175321" y="1823259"/>
              <a:ext cx="4319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SUPERVISED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0FB2E7-5829-7A0B-E39B-9367288B1712}"/>
                </a:ext>
              </a:extLst>
            </p:cNvPr>
            <p:cNvSpPr txBox="1"/>
            <p:nvPr/>
          </p:nvSpPr>
          <p:spPr>
            <a:xfrm>
              <a:off x="708719" y="1126039"/>
              <a:ext cx="2178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i="1" dirty="0"/>
                <a:t>training target available (labeled or past data)</a:t>
              </a:r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2778DC91-FE00-BC3E-E08B-55CE2285DF86}"/>
                </a:ext>
              </a:extLst>
            </p:cNvPr>
            <p:cNvSpPr/>
            <p:nvPr/>
          </p:nvSpPr>
          <p:spPr>
            <a:xfrm>
              <a:off x="1416083" y="2189803"/>
              <a:ext cx="535450" cy="666750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6DE158-2CB9-4E5E-CB86-3EE1CB683BFB}"/>
                </a:ext>
              </a:extLst>
            </p:cNvPr>
            <p:cNvSpPr txBox="1"/>
            <p:nvPr/>
          </p:nvSpPr>
          <p:spPr>
            <a:xfrm>
              <a:off x="218591" y="290447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CLASSIFICATION</a:t>
              </a:r>
            </a:p>
          </p:txBody>
        </p:sp>
        <p:sp>
          <p:nvSpPr>
            <p:cNvPr id="14" name="Freeform: Shape 17">
              <a:extLst>
                <a:ext uri="{FF2B5EF4-FFF2-40B4-BE49-F238E27FC236}">
                  <a16:creationId xmlns:a16="http://schemas.microsoft.com/office/drawing/2014/main" id="{2656966F-ABA6-3D2B-CA9F-2C680600270D}"/>
                </a:ext>
              </a:extLst>
            </p:cNvPr>
            <p:cNvSpPr/>
            <p:nvPr/>
          </p:nvSpPr>
          <p:spPr>
            <a:xfrm flipH="1">
              <a:off x="2585690" y="2230474"/>
              <a:ext cx="535450" cy="15194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41A73B-65A1-834D-E2F6-972096888130}"/>
                </a:ext>
              </a:extLst>
            </p:cNvPr>
            <p:cNvSpPr txBox="1"/>
            <p:nvPr/>
          </p:nvSpPr>
          <p:spPr>
            <a:xfrm>
              <a:off x="2039499" y="386213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REGRESSION</a:t>
              </a:r>
            </a:p>
          </p:txBody>
        </p:sp>
        <p:pic>
          <p:nvPicPr>
            <p:cNvPr id="16" name="Picture 15" descr="Diagram&#10;&#10;Description automatically generated">
              <a:extLst>
                <a:ext uri="{FF2B5EF4-FFF2-40B4-BE49-F238E27FC236}">
                  <a16:creationId xmlns:a16="http://schemas.microsoft.com/office/drawing/2014/main" id="{1AC57D1E-86B8-94B6-954C-A7F1ED7AA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1831" r="83312" b="27845"/>
            <a:stretch/>
          </p:blipFill>
          <p:spPr>
            <a:xfrm>
              <a:off x="578937" y="3230147"/>
              <a:ext cx="1259094" cy="1057275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5FB5A8-B936-EEAC-5DB2-F776F2811D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232" y="852611"/>
              <a:ext cx="727413" cy="1085381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4E9DCE-D052-2EF3-C9DA-047B794C812C}"/>
                </a:ext>
              </a:extLst>
            </p:cNvPr>
            <p:cNvSpPr txBox="1"/>
            <p:nvPr/>
          </p:nvSpPr>
          <p:spPr>
            <a:xfrm>
              <a:off x="4718386" y="1898003"/>
              <a:ext cx="18947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UNSUPERVISED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6F7B23-911D-8AED-D2A4-B4E1D83C37D7}"/>
                </a:ext>
              </a:extLst>
            </p:cNvPr>
            <p:cNvSpPr txBox="1"/>
            <p:nvPr/>
          </p:nvSpPr>
          <p:spPr>
            <a:xfrm>
              <a:off x="5321765" y="1227328"/>
              <a:ext cx="1291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data not labeled in any way</a:t>
              </a:r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DD312DA-D75C-143A-2CC8-EA04CF03853E}"/>
                </a:ext>
              </a:extLst>
            </p:cNvPr>
            <p:cNvSpPr/>
            <p:nvPr/>
          </p:nvSpPr>
          <p:spPr>
            <a:xfrm>
              <a:off x="4919093" y="2312708"/>
              <a:ext cx="535450" cy="6506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6A2B84-33E1-982F-840A-7515D558328F}"/>
                </a:ext>
              </a:extLst>
            </p:cNvPr>
            <p:cNvSpPr txBox="1"/>
            <p:nvPr/>
          </p:nvSpPr>
          <p:spPr>
            <a:xfrm>
              <a:off x="3573072" y="3016605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CLUSTERING</a:t>
              </a:r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BBDAE37F-A813-3AE8-FD0D-56F014BCFAEC}"/>
                </a:ext>
              </a:extLst>
            </p:cNvPr>
            <p:cNvSpPr/>
            <p:nvPr/>
          </p:nvSpPr>
          <p:spPr>
            <a:xfrm rot="20668895" flipH="1">
              <a:off x="6093685" y="2204099"/>
              <a:ext cx="437918" cy="196429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484300 w 484300"/>
                <a:gd name="connsiteY0" fmla="*/ 0 h 1387358"/>
                <a:gd name="connsiteX1" fmla="*/ 17575 w 484300"/>
                <a:gd name="connsiteY1" fmla="*/ 466725 h 1387358"/>
                <a:gd name="connsiteX2" fmla="*/ 210979 w 484300"/>
                <a:gd name="connsiteY2" fmla="*/ 1387358 h 1387358"/>
                <a:gd name="connsiteX0" fmla="*/ 277301 w 277301"/>
                <a:gd name="connsiteY0" fmla="*/ 0 h 1387358"/>
                <a:gd name="connsiteX1" fmla="*/ 102889 w 277301"/>
                <a:gd name="connsiteY1" fmla="*/ 637638 h 1387358"/>
                <a:gd name="connsiteX2" fmla="*/ 3980 w 277301"/>
                <a:gd name="connsiteY2" fmla="*/ 1387358 h 1387358"/>
                <a:gd name="connsiteX0" fmla="*/ 274461 w 274461"/>
                <a:gd name="connsiteY0" fmla="*/ 0 h 1387358"/>
                <a:gd name="connsiteX1" fmla="*/ 100049 w 274461"/>
                <a:gd name="connsiteY1" fmla="*/ 637638 h 1387358"/>
                <a:gd name="connsiteX2" fmla="*/ 1140 w 27446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271" h="1387358">
                  <a:moveTo>
                    <a:pt x="274271" y="0"/>
                  </a:moveTo>
                  <a:cubicBezTo>
                    <a:pt x="84564" y="177800"/>
                    <a:pt x="145413" y="526513"/>
                    <a:pt x="129687" y="642257"/>
                  </a:cubicBezTo>
                  <a:cubicBezTo>
                    <a:pt x="155721" y="808814"/>
                    <a:pt x="-14131" y="1342908"/>
                    <a:pt x="950" y="13873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BBDFE6-03DC-E3D6-B263-C71FF990B7E6}"/>
                </a:ext>
              </a:extLst>
            </p:cNvPr>
            <p:cNvSpPr txBox="1"/>
            <p:nvPr/>
          </p:nvSpPr>
          <p:spPr>
            <a:xfrm>
              <a:off x="5881412" y="4057574"/>
              <a:ext cx="2821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DIMENSIONALITY REDUCTION</a:t>
              </a:r>
            </a:p>
          </p:txBody>
        </p:sp>
        <p:pic>
          <p:nvPicPr>
            <p:cNvPr id="24" name="Picture 23" descr="Diagram&#10;&#10;Description automatically generated">
              <a:extLst>
                <a:ext uri="{FF2B5EF4-FFF2-40B4-BE49-F238E27FC236}">
                  <a16:creationId xmlns:a16="http://schemas.microsoft.com/office/drawing/2014/main" id="{961DCB45-D699-7724-4A20-3DD518F6E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107" t="85514" r="25013" b="-26"/>
            <a:stretch/>
          </p:blipFill>
          <p:spPr>
            <a:xfrm>
              <a:off x="6029678" y="4391815"/>
              <a:ext cx="907593" cy="610367"/>
            </a:xfrm>
            <a:prstGeom prst="rect">
              <a:avLst/>
            </a:prstGeom>
          </p:spPr>
        </p:pic>
        <p:sp>
          <p:nvSpPr>
            <p:cNvPr id="25" name="Freeform: Shape 36">
              <a:extLst>
                <a:ext uri="{FF2B5EF4-FFF2-40B4-BE49-F238E27FC236}">
                  <a16:creationId xmlns:a16="http://schemas.microsoft.com/office/drawing/2014/main" id="{4CAE65A6-0263-B75A-37D3-871BCEF91887}"/>
                </a:ext>
              </a:extLst>
            </p:cNvPr>
            <p:cNvSpPr/>
            <p:nvPr/>
          </p:nvSpPr>
          <p:spPr>
            <a:xfrm flipH="1">
              <a:off x="6051333" y="2285243"/>
              <a:ext cx="1271385" cy="46166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D24E2C-B288-8873-2608-F5E4F08869BA}"/>
                </a:ext>
              </a:extLst>
            </p:cNvPr>
            <p:cNvSpPr txBox="1"/>
            <p:nvPr/>
          </p:nvSpPr>
          <p:spPr>
            <a:xfrm>
              <a:off x="6426061" y="280055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ASSOCIATION</a:t>
              </a:r>
            </a:p>
          </p:txBody>
        </p:sp>
        <p:pic>
          <p:nvPicPr>
            <p:cNvPr id="27" name="Picture 26" descr="Diagram&#10;&#10;Description automatically generated">
              <a:extLst>
                <a:ext uri="{FF2B5EF4-FFF2-40B4-BE49-F238E27FC236}">
                  <a16:creationId xmlns:a16="http://schemas.microsoft.com/office/drawing/2014/main" id="{93AD1EB2-A1EF-D17E-62B8-2F3C8894EF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332" t="61907" r="4206" b="25639"/>
            <a:stretch/>
          </p:blipFill>
          <p:spPr>
            <a:xfrm>
              <a:off x="7190512" y="3125401"/>
              <a:ext cx="940142" cy="647941"/>
            </a:xfrm>
            <a:prstGeom prst="rect">
              <a:avLst/>
            </a:prstGeom>
          </p:spPr>
        </p:pic>
        <p:sp>
          <p:nvSpPr>
            <p:cNvPr id="28" name="Freeform: Shape 42">
              <a:extLst>
                <a:ext uri="{FF2B5EF4-FFF2-40B4-BE49-F238E27FC236}">
                  <a16:creationId xmlns:a16="http://schemas.microsoft.com/office/drawing/2014/main" id="{A83BDB6A-E5B0-EB3E-5DD2-F3B3170C4926}"/>
                </a:ext>
              </a:extLst>
            </p:cNvPr>
            <p:cNvSpPr/>
            <p:nvPr/>
          </p:nvSpPr>
          <p:spPr>
            <a:xfrm flipH="1">
              <a:off x="6029678" y="800810"/>
              <a:ext cx="3296460" cy="896554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7576 w 537576"/>
                <a:gd name="connsiteY0" fmla="*/ 0 h 593458"/>
                <a:gd name="connsiteX1" fmla="*/ 70851 w 537576"/>
                <a:gd name="connsiteY1" fmla="*/ 466725 h 593458"/>
                <a:gd name="connsiteX2" fmla="*/ 10594 w 537576"/>
                <a:gd name="connsiteY2" fmla="*/ 593458 h 59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7576" h="593458">
                  <a:moveTo>
                    <a:pt x="537576" y="0"/>
                  </a:moveTo>
                  <a:cubicBezTo>
                    <a:pt x="347869" y="177800"/>
                    <a:pt x="158163" y="355600"/>
                    <a:pt x="70851" y="466725"/>
                  </a:cubicBezTo>
                  <a:cubicBezTo>
                    <a:pt x="-16461" y="577850"/>
                    <a:pt x="-4487" y="549008"/>
                    <a:pt x="10594" y="5934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DC13BA-CFFF-F2AB-21DA-4BF835835863}"/>
                </a:ext>
              </a:extLst>
            </p:cNvPr>
            <p:cNvSpPr txBox="1"/>
            <p:nvPr/>
          </p:nvSpPr>
          <p:spPr>
            <a:xfrm>
              <a:off x="8437375" y="1705111"/>
              <a:ext cx="3296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REINFORCEMENT LEARNING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DBF41B-A02D-99FB-E578-AA090619F277}"/>
                </a:ext>
              </a:extLst>
            </p:cNvPr>
            <p:cNvSpPr txBox="1"/>
            <p:nvPr/>
          </p:nvSpPr>
          <p:spPr>
            <a:xfrm>
              <a:off x="8483719" y="878384"/>
              <a:ext cx="2244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no supervision, but goal-based interaction with environment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EA3C98-2E91-E35E-A600-9903FE1EC405}"/>
                </a:ext>
              </a:extLst>
            </p:cNvPr>
            <p:cNvSpPr/>
            <p:nvPr/>
          </p:nvSpPr>
          <p:spPr>
            <a:xfrm>
              <a:off x="8676891" y="5556559"/>
              <a:ext cx="3252350" cy="58477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GB" sz="1600" b="1" dirty="0"/>
                <a:t>learning by trial-and-error</a:t>
              </a:r>
            </a:p>
            <a:p>
              <a:pPr indent="-228600" algn="ctr"/>
              <a:r>
                <a:rPr lang="en-GB" sz="1600" b="1" dirty="0"/>
                <a:t>(sequential decision making)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C8E22A-2FAB-C37C-FECC-32879863F722}"/>
                </a:ext>
              </a:extLst>
            </p:cNvPr>
            <p:cNvSpPr/>
            <p:nvPr/>
          </p:nvSpPr>
          <p:spPr>
            <a:xfrm>
              <a:off x="4617646" y="5561521"/>
              <a:ext cx="3171744" cy="584775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observation</a:t>
              </a:r>
            </a:p>
            <a:p>
              <a:pPr indent="-228600" algn="ctr"/>
              <a:r>
                <a:rPr lang="en-US" sz="1600" b="1" dirty="0"/>
                <a:t>(pattern recognition)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5B146D8-ADDB-5E2C-F2D2-B6C2AFFF7293}"/>
                </a:ext>
              </a:extLst>
            </p:cNvPr>
            <p:cNvSpPr/>
            <p:nvPr/>
          </p:nvSpPr>
          <p:spPr>
            <a:xfrm>
              <a:off x="578937" y="5556559"/>
              <a:ext cx="3151208" cy="584775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teacher </a:t>
              </a:r>
            </a:p>
            <a:p>
              <a:pPr indent="-228600" algn="ctr"/>
              <a:r>
                <a:rPr lang="en-US" sz="1600" b="1" dirty="0"/>
                <a:t>(high-dimensional curve fitting)</a:t>
              </a:r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31F79D89-FD19-5BCE-89CD-FBE1F5B82566}"/>
                </a:ext>
              </a:extLst>
            </p:cNvPr>
            <p:cNvSpPr/>
            <p:nvPr/>
          </p:nvSpPr>
          <p:spPr>
            <a:xfrm rot="16780113" flipV="1">
              <a:off x="9126569" y="2460533"/>
              <a:ext cx="748260" cy="4571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F74E0-97B2-1B63-1A18-907E0E269C69}"/>
                </a:ext>
              </a:extLst>
            </p:cNvPr>
            <p:cNvSpPr txBox="1"/>
            <p:nvPr/>
          </p:nvSpPr>
          <p:spPr>
            <a:xfrm>
              <a:off x="8640864" y="2960609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STATE OR ACTION VALUES</a:t>
              </a:r>
            </a:p>
          </p:txBody>
        </p:sp>
        <p:sp>
          <p:nvSpPr>
            <p:cNvPr id="36" name="Freeform: Shape 55">
              <a:extLst>
                <a:ext uri="{FF2B5EF4-FFF2-40B4-BE49-F238E27FC236}">
                  <a16:creationId xmlns:a16="http://schemas.microsoft.com/office/drawing/2014/main" id="{0A770BE1-8426-B62A-37AD-B905AFA21D63}"/>
                </a:ext>
              </a:extLst>
            </p:cNvPr>
            <p:cNvSpPr/>
            <p:nvPr/>
          </p:nvSpPr>
          <p:spPr>
            <a:xfrm flipH="1">
              <a:off x="9985125" y="2105221"/>
              <a:ext cx="1490090" cy="141921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B187C2-E5F5-3E8D-6CEE-E5A492F05D5D}"/>
                </a:ext>
              </a:extLst>
            </p:cNvPr>
            <p:cNvSpPr txBox="1"/>
            <p:nvPr/>
          </p:nvSpPr>
          <p:spPr>
            <a:xfrm>
              <a:off x="10328735" y="3625432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POLICY DIRECTLY</a:t>
              </a:r>
            </a:p>
          </p:txBody>
        </p:sp>
        <p:pic>
          <p:nvPicPr>
            <p:cNvPr id="38" name="Picture 6" descr="Three Things to Know About Reinforcement Learning - KDnuggets">
              <a:extLst>
                <a:ext uri="{FF2B5EF4-FFF2-40B4-BE49-F238E27FC236}">
                  <a16:creationId xmlns:a16="http://schemas.microsoft.com/office/drawing/2014/main" id="{5A07FD57-AB36-D315-0803-61EC9D6005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7181" y="4210234"/>
              <a:ext cx="2012950" cy="10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577DC3E1-B1A6-589C-A746-70239E53BC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298"/>
            <a:stretch/>
          </p:blipFill>
          <p:spPr bwMode="auto">
            <a:xfrm>
              <a:off x="2535366" y="4179415"/>
              <a:ext cx="1259095" cy="687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9648B0-1D8D-FCC6-CD96-C7A66123BF25}"/>
                </a:ext>
              </a:extLst>
            </p:cNvPr>
            <p:cNvSpPr txBox="1"/>
            <p:nvPr/>
          </p:nvSpPr>
          <p:spPr>
            <a:xfrm>
              <a:off x="3983202" y="4674063"/>
              <a:ext cx="20959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SELF-SUPERVISED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3FC286-A669-F959-2B90-91B42040EE70}"/>
                </a:ext>
              </a:extLst>
            </p:cNvPr>
            <p:cNvCxnSpPr>
              <a:cxnSpLocks/>
              <a:stCxn id="40" idx="0"/>
              <a:endCxn id="18" idx="2"/>
            </p:cNvCxnSpPr>
            <p:nvPr/>
          </p:nvCxnSpPr>
          <p:spPr>
            <a:xfrm flipV="1">
              <a:off x="5031154" y="2298113"/>
              <a:ext cx="634610" cy="2375950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613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4BCAF0-0279-CF76-75E5-335A1CCB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Supervised Learning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ED9B-DCB2-71E2-2E4D-F9BA5C5A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6</a:t>
            </a:fld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E29654-4CEA-778A-6D2C-A36510E39CE1}"/>
              </a:ext>
            </a:extLst>
          </p:cNvPr>
          <p:cNvSpPr/>
          <p:nvPr/>
        </p:nvSpPr>
        <p:spPr>
          <a:xfrm>
            <a:off x="440024" y="1892974"/>
            <a:ext cx="4487575" cy="1803624"/>
          </a:xfrm>
          <a:prstGeom prst="roundRect">
            <a:avLst>
              <a:gd name="adj" fmla="val 531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E633E2-31DD-26F1-2171-B10983A1AF11}"/>
              </a:ext>
            </a:extLst>
          </p:cNvPr>
          <p:cNvSpPr/>
          <p:nvPr/>
        </p:nvSpPr>
        <p:spPr>
          <a:xfrm>
            <a:off x="5743658" y="1888233"/>
            <a:ext cx="4487575" cy="1803624"/>
          </a:xfrm>
          <a:prstGeom prst="roundRect">
            <a:avLst>
              <a:gd name="adj" fmla="val 531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30439F-732D-A050-F112-B89DAAF7482F}"/>
              </a:ext>
            </a:extLst>
          </p:cNvPr>
          <p:cNvSpPr/>
          <p:nvPr/>
        </p:nvSpPr>
        <p:spPr>
          <a:xfrm>
            <a:off x="657738" y="1694854"/>
            <a:ext cx="2367029" cy="48768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Target Quantity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C5A28B-6CB2-3EFB-BFDD-D29B4F561BC5}"/>
              </a:ext>
            </a:extLst>
          </p:cNvPr>
          <p:cNvSpPr txBox="1"/>
          <p:nvPr/>
        </p:nvSpPr>
        <p:spPr>
          <a:xfrm>
            <a:off x="440024" y="2308294"/>
            <a:ext cx="44875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b="1" dirty="0"/>
              <a:t>known in training</a:t>
            </a:r>
            <a:r>
              <a:rPr lang="en-GB" sz="2000" dirty="0"/>
              <a:t>: labeled samples or observations from past</a:t>
            </a:r>
          </a:p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dirty="0"/>
              <a:t>to be </a:t>
            </a:r>
            <a:r>
              <a:rPr lang="en-GB" sz="2000" b="1" dirty="0"/>
              <a:t>predicted</a:t>
            </a:r>
            <a:r>
              <a:rPr lang="en-GB" sz="2000" dirty="0"/>
              <a:t> for unknown cases (e.g., future values)</a:t>
            </a:r>
            <a:endParaRPr lang="en-US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945479-8ABF-B513-1072-9DB906CB5498}"/>
              </a:ext>
            </a:extLst>
          </p:cNvPr>
          <p:cNvSpPr/>
          <p:nvPr/>
        </p:nvSpPr>
        <p:spPr>
          <a:xfrm>
            <a:off x="5965726" y="1690688"/>
            <a:ext cx="2367029" cy="48768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Features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81EB55-0D1C-D3C2-EFBA-68AAD01E2FAC}"/>
              </a:ext>
            </a:extLst>
          </p:cNvPr>
          <p:cNvSpPr txBox="1"/>
          <p:nvPr/>
        </p:nvSpPr>
        <p:spPr>
          <a:xfrm>
            <a:off x="5743659" y="2322303"/>
            <a:ext cx="41888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(prepared) input information that is</a:t>
            </a:r>
          </a:p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dirty="0"/>
              <a:t>correlated to target quantity</a:t>
            </a:r>
          </a:p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dirty="0"/>
              <a:t>known at prediction time</a:t>
            </a:r>
          </a:p>
        </p:txBody>
      </p:sp>
      <p:pic>
        <p:nvPicPr>
          <p:cNvPr id="17" name="Picture 16" descr="A picture containing letter&#10;&#10;Description automatically generated">
            <a:extLst>
              <a:ext uri="{FF2B5EF4-FFF2-40B4-BE49-F238E27FC236}">
                <a16:creationId xmlns:a16="http://schemas.microsoft.com/office/drawing/2014/main" id="{57C91173-6B41-A004-0793-FD56A7D550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951" y="4594699"/>
            <a:ext cx="2712816" cy="18085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CC3403-11F9-12E9-BB00-17BD2E0585C0}"/>
              </a:ext>
            </a:extLst>
          </p:cNvPr>
          <p:cNvSpPr txBox="1"/>
          <p:nvPr/>
        </p:nvSpPr>
        <p:spPr>
          <a:xfrm>
            <a:off x="3239946" y="4250260"/>
            <a:ext cx="418881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Example: Spam Filtering</a:t>
            </a:r>
          </a:p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classify emails as spam or no spam</a:t>
            </a:r>
          </a:p>
        </p:txBody>
      </p:sp>
      <p:sp>
        <p:nvSpPr>
          <p:cNvPr id="20" name="Rectangle: Rounded Corners 26">
            <a:extLst>
              <a:ext uri="{FF2B5EF4-FFF2-40B4-BE49-F238E27FC236}">
                <a16:creationId xmlns:a16="http://schemas.microsoft.com/office/drawing/2014/main" id="{BFA8F20B-1C26-C84B-3151-366D1D2D94EB}"/>
              </a:ext>
            </a:extLst>
          </p:cNvPr>
          <p:cNvSpPr/>
          <p:nvPr/>
        </p:nvSpPr>
        <p:spPr>
          <a:xfrm>
            <a:off x="3322683" y="5078870"/>
            <a:ext cx="2420977" cy="1143206"/>
          </a:xfrm>
          <a:prstGeom prst="roundRect">
            <a:avLst>
              <a:gd name="adj" fmla="val 53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6F309-49B9-A8E9-71F9-A6E1DCD55622}"/>
              </a:ext>
            </a:extLst>
          </p:cNvPr>
          <p:cNvSpPr txBox="1"/>
          <p:nvPr/>
        </p:nvSpPr>
        <p:spPr>
          <a:xfrm>
            <a:off x="3371664" y="5316067"/>
            <a:ext cx="2371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use accordingly </a:t>
            </a:r>
            <a:r>
              <a:rPr lang="en-GB" sz="1600" b="1" i="1" dirty="0"/>
              <a:t>labeled emails as training set</a:t>
            </a:r>
          </a:p>
        </p:txBody>
      </p:sp>
      <p:sp>
        <p:nvSpPr>
          <p:cNvPr id="22" name="Rectangle: Rounded Corners 28">
            <a:extLst>
              <a:ext uri="{FF2B5EF4-FFF2-40B4-BE49-F238E27FC236}">
                <a16:creationId xmlns:a16="http://schemas.microsoft.com/office/drawing/2014/main" id="{CBA6CAB8-1E9D-E6BA-555C-631834EB6B63}"/>
              </a:ext>
            </a:extLst>
          </p:cNvPr>
          <p:cNvSpPr/>
          <p:nvPr/>
        </p:nvSpPr>
        <p:spPr>
          <a:xfrm>
            <a:off x="5974443" y="5070600"/>
            <a:ext cx="2420977" cy="1143206"/>
          </a:xfrm>
          <a:prstGeom prst="roundRect">
            <a:avLst>
              <a:gd name="adj" fmla="val 53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B045D5-1844-8139-A08C-AF18A8FD1AD5}"/>
              </a:ext>
            </a:extLst>
          </p:cNvPr>
          <p:cNvSpPr txBox="1"/>
          <p:nvPr/>
        </p:nvSpPr>
        <p:spPr>
          <a:xfrm>
            <a:off x="5974442" y="5110022"/>
            <a:ext cx="2420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use information like occurrence of specific words or email length as </a:t>
            </a:r>
            <a:r>
              <a:rPr lang="en-GB" sz="1600" b="1" dirty="0"/>
              <a:t>features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873D9E-8D81-CD2B-5699-91DFC0C32674}"/>
              </a:ext>
            </a:extLst>
          </p:cNvPr>
          <p:cNvGrpSpPr/>
          <p:nvPr/>
        </p:nvGrpSpPr>
        <p:grpSpPr>
          <a:xfrm>
            <a:off x="8509246" y="4157854"/>
            <a:ext cx="2442727" cy="2066108"/>
            <a:chOff x="9123943" y="5414911"/>
            <a:chExt cx="1737346" cy="138723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CE38CB2-2382-0404-1DCA-6C55779B81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667" t="32140" r="31968" b="9384"/>
            <a:stretch/>
          </p:blipFill>
          <p:spPr>
            <a:xfrm>
              <a:off x="9123943" y="5414911"/>
              <a:ext cx="1737346" cy="1387231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0EAA3D5-3D8F-1552-6F2D-E124F7562E3E}"/>
                </a:ext>
              </a:extLst>
            </p:cNvPr>
            <p:cNvSpPr/>
            <p:nvPr/>
          </p:nvSpPr>
          <p:spPr>
            <a:xfrm>
              <a:off x="9511990" y="5414911"/>
              <a:ext cx="947854" cy="2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24" name="Rectangle: Rounded Corners 32">
            <a:extLst>
              <a:ext uri="{FF2B5EF4-FFF2-40B4-BE49-F238E27FC236}">
                <a16:creationId xmlns:a16="http://schemas.microsoft.com/office/drawing/2014/main" id="{2A91D2D4-5C6D-E9BD-8BEE-8373E038057C}"/>
              </a:ext>
            </a:extLst>
          </p:cNvPr>
          <p:cNvSpPr/>
          <p:nvPr/>
        </p:nvSpPr>
        <p:spPr>
          <a:xfrm>
            <a:off x="9821826" y="3696598"/>
            <a:ext cx="2346099" cy="1143206"/>
          </a:xfrm>
          <a:prstGeom prst="roundRect">
            <a:avLst>
              <a:gd name="adj" fmla="val 531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features x1 and x2 </a:t>
            </a:r>
            <a:r>
              <a:rPr lang="en-GB" dirty="0">
                <a:solidFill>
                  <a:srgbClr val="C00000"/>
                </a:solidFill>
              </a:rPr>
              <a:t>spam</a:t>
            </a:r>
            <a:r>
              <a:rPr lang="en-GB" dirty="0">
                <a:solidFill>
                  <a:schemeClr val="tx1"/>
                </a:solidFill>
              </a:rPr>
              <a:t>,</a:t>
            </a:r>
            <a:r>
              <a:rPr lang="en-GB" dirty="0"/>
              <a:t> </a:t>
            </a:r>
            <a:r>
              <a:rPr lang="en-GB" dirty="0">
                <a:solidFill>
                  <a:srgbClr val="002060"/>
                </a:solidFill>
              </a:rPr>
              <a:t>no spam</a:t>
            </a:r>
          </a:p>
          <a:p>
            <a:pPr algn="ctr"/>
            <a:r>
              <a:rPr lang="en-GB" dirty="0">
                <a:solidFill>
                  <a:srgbClr val="00B050"/>
                </a:solidFill>
              </a:rPr>
              <a:t>decision boundary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46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4EC7F-499E-E9F9-A62F-19F4A6D4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Supervised Learning in Mathematical Terms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638B7D9-B37C-4258-6CD7-2536492A7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map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output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en-GB" sz="2200" dirty="0"/>
                  <a:t>random variables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200" dirty="0"/>
                  <a:t>)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GB" sz="2200" dirty="0"/>
                  <a:t> usually high-dimensional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GB" dirty="0"/>
                  <a:t>training (e.g., c</a:t>
                </a:r>
                <a:r>
                  <a:rPr lang="en-DE" dirty="0"/>
                  <a:t>urve fitting / parameter estimation</a:t>
                </a:r>
                <a:r>
                  <a:rPr lang="en-GB" dirty="0"/>
                  <a:t>)</a:t>
                </a:r>
                <a:r>
                  <a:rPr lang="en-DE" dirty="0"/>
                  <a:t>:</a:t>
                </a:r>
              </a:p>
              <a:p>
                <a:pPr marL="0" indent="0">
                  <a:buNone/>
                </a:pPr>
                <a:r>
                  <a:rPr lang="en-GB" dirty="0"/>
                  <a:t>fit data set of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) pairs </a:t>
                </a:r>
                <a:r>
                  <a:rPr lang="en-GB" dirty="0">
                    <a:sym typeface="Wingdings" pitchFamily="2" charset="2"/>
                  </a:rPr>
                  <a:t> m</a:t>
                </a:r>
                <a:r>
                  <a:rPr lang="en-GB" dirty="0"/>
                  <a:t>inimize deviations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GB" dirty="0"/>
                  <a:t>d</a:t>
                </a:r>
                <a:r>
                  <a:rPr lang="en-DE" dirty="0"/>
                  <a:t>iscriminative models:</a:t>
                </a:r>
                <a:r>
                  <a:rPr lang="de-DE" dirty="0"/>
                  <a:t> </a:t>
                </a:r>
                <a:r>
                  <a:rPr lang="en-DE" dirty="0"/>
                  <a:t>predict conditional density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dirty="0"/>
              </a:p>
              <a:p>
                <a:pPr marL="0" indent="0">
                  <a:buNone/>
                </a:pPr>
                <a:r>
                  <a:rPr lang="en-DE" sz="2200" dirty="0"/>
                  <a:t>as opposed to generative models</a:t>
                </a:r>
                <a:r>
                  <a:rPr lang="de-DE" sz="2200" dirty="0"/>
                  <a:t>:</a:t>
                </a:r>
                <a:r>
                  <a:rPr lang="en-DE" sz="2200" dirty="0"/>
                  <a:t> predic</a:t>
                </a:r>
                <a:r>
                  <a:rPr lang="de-DE" sz="2200" dirty="0"/>
                  <a:t>t</a:t>
                </a:r>
                <a:r>
                  <a:rPr lang="en-DE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200" dirty="0"/>
                  <a:t> (or just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200" dirty="0">
                    <a:sym typeface="Wingdings" panose="05000000000000000000" pitchFamily="2" charset="2"/>
                  </a:rPr>
                  <a:t>) 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200" dirty="0">
                    <a:sym typeface="Wingdings" panose="05000000000000000000" pitchFamily="2" charset="2"/>
                  </a:rPr>
                  <a:t> not given, more difficult</a:t>
                </a:r>
                <a:endParaRPr lang="en-DE" sz="22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638B7D9-B37C-4258-6CD7-2536492A7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2"/>
                <a:stretch>
                  <a:fillRect l="-1117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9B085-B887-C4B6-2F15-CF8C95B2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46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D73E-3081-3D14-70D6-AFC0A992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Example: Image Classification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FA4F8-6AB7-8224-589C-693EE7EB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 descr="A collage of different mugs&#10;&#10;AI-generated content may be incorrect.">
            <a:extLst>
              <a:ext uri="{FF2B5EF4-FFF2-40B4-BE49-F238E27FC236}">
                <a16:creationId xmlns:a16="http://schemas.microsoft.com/office/drawing/2014/main" id="{02B31845-7645-8954-121A-3F0BE6E76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25" y="2844812"/>
            <a:ext cx="6728335" cy="3040623"/>
          </a:xfrm>
          <a:prstGeom prst="rect">
            <a:avLst/>
          </a:prstGeom>
        </p:spPr>
      </p:pic>
      <p:pic>
        <p:nvPicPr>
          <p:cNvPr id="9" name="Picture 8" descr="A cat and dog with lines and symbols&#10;&#10;AI-generated content may be incorrect.">
            <a:extLst>
              <a:ext uri="{FF2B5EF4-FFF2-40B4-BE49-F238E27FC236}">
                <a16:creationId xmlns:a16="http://schemas.microsoft.com/office/drawing/2014/main" id="{400EB2C6-9A9E-8FDF-855F-6BA5B5E0A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003" y="2843699"/>
            <a:ext cx="3823812" cy="23369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3C5160-1A56-C485-58C2-E716FD0AA2D8}"/>
              </a:ext>
            </a:extLst>
          </p:cNvPr>
          <p:cNvSpPr txBox="1"/>
          <p:nvPr/>
        </p:nvSpPr>
        <p:spPr>
          <a:xfrm>
            <a:off x="2931015" y="2052305"/>
            <a:ext cx="2396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training data set: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1DC0A-0A51-1A85-091D-E1FDE24B145C}"/>
              </a:ext>
            </a:extLst>
          </p:cNvPr>
          <p:cNvSpPr txBox="1"/>
          <p:nvPr/>
        </p:nvSpPr>
        <p:spPr>
          <a:xfrm>
            <a:off x="7535819" y="2052306"/>
            <a:ext cx="4656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test data with learned classifier: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9CEAA-C60F-FD6F-4775-A10C1A255AC8}"/>
              </a:ext>
            </a:extLst>
          </p:cNvPr>
          <p:cNvSpPr txBox="1"/>
          <p:nvPr/>
        </p:nvSpPr>
        <p:spPr>
          <a:xfrm>
            <a:off x="0" y="285953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labels:</a:t>
            </a:r>
          </a:p>
        </p:txBody>
      </p:sp>
    </p:spTree>
    <p:extLst>
      <p:ext uri="{BB962C8B-B14F-4D97-AF65-F5344CB8AC3E}">
        <p14:creationId xmlns:p14="http://schemas.microsoft.com/office/powerpoint/2010/main" val="2299162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8F3D-8B26-DFA4-ED36-999D789B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Algorithmic Families of Supervised Learning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5A838-EA25-1D32-FEDB-4B77AFE2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511CA-D7D4-A704-6DD9-4F45DD50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474" y="3241273"/>
            <a:ext cx="1973985" cy="24872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1FE58F-8AD6-036D-E5AF-EA6AC8312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29" y="3223919"/>
            <a:ext cx="3149516" cy="142864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DCD84-AF1E-D22E-40A5-ACA36BE7860B}"/>
              </a:ext>
            </a:extLst>
          </p:cNvPr>
          <p:cNvCxnSpPr/>
          <p:nvPr/>
        </p:nvCxnSpPr>
        <p:spPr>
          <a:xfrm>
            <a:off x="3971925" y="1716786"/>
            <a:ext cx="0" cy="494356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0C9EE6-F0A7-A823-0E46-C14649B142EF}"/>
              </a:ext>
            </a:extLst>
          </p:cNvPr>
          <p:cNvSpPr txBox="1"/>
          <p:nvPr/>
        </p:nvSpPr>
        <p:spPr>
          <a:xfrm>
            <a:off x="585487" y="1624387"/>
            <a:ext cx="321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parametric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20216-D37C-DBD0-B4BF-A74B91D0FC58}"/>
              </a:ext>
            </a:extLst>
          </p:cNvPr>
          <p:cNvSpPr txBox="1"/>
          <p:nvPr/>
        </p:nvSpPr>
        <p:spPr>
          <a:xfrm>
            <a:off x="337706" y="2225652"/>
            <a:ext cx="2739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linear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ECB51-2F13-B284-0C64-9EDCCA1ECDA9}"/>
              </a:ext>
            </a:extLst>
          </p:cNvPr>
          <p:cNvSpPr txBox="1"/>
          <p:nvPr/>
        </p:nvSpPr>
        <p:spPr>
          <a:xfrm>
            <a:off x="334056" y="2789147"/>
            <a:ext cx="350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neural networks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B02CE-3709-001F-6583-1BA30EC5AA35}"/>
              </a:ext>
            </a:extLst>
          </p:cNvPr>
          <p:cNvSpPr txBox="1"/>
          <p:nvPr/>
        </p:nvSpPr>
        <p:spPr>
          <a:xfrm>
            <a:off x="4394000" y="1541888"/>
            <a:ext cx="2905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non-parametric models: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similarity-based learning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(analogies)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8BA60-8A50-ECAA-890F-F65332494957}"/>
              </a:ext>
            </a:extLst>
          </p:cNvPr>
          <p:cNvSpPr txBox="1"/>
          <p:nvPr/>
        </p:nvSpPr>
        <p:spPr>
          <a:xfrm>
            <a:off x="4204420" y="5962157"/>
            <a:ext cx="3211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kernel machines</a:t>
            </a:r>
            <a:r>
              <a:rPr lang="en-GB" dirty="0"/>
              <a:t> (e.g., support-vector machines)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630F17-EDC3-AC58-07E5-B61B294CBE9D}"/>
              </a:ext>
            </a:extLst>
          </p:cNvPr>
          <p:cNvCxnSpPr/>
          <p:nvPr/>
        </p:nvCxnSpPr>
        <p:spPr>
          <a:xfrm>
            <a:off x="7743825" y="1716786"/>
            <a:ext cx="0" cy="494356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8A778F-E7C1-5C1A-A8D6-5795856867E3}"/>
              </a:ext>
            </a:extLst>
          </p:cNvPr>
          <p:cNvSpPr txBox="1"/>
          <p:nvPr/>
        </p:nvSpPr>
        <p:spPr>
          <a:xfrm>
            <a:off x="8629602" y="1541888"/>
            <a:ext cx="1786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decision trees: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rule learning</a:t>
            </a:r>
          </a:p>
        </p:txBody>
      </p:sp>
      <p:sp>
        <p:nvSpPr>
          <p:cNvPr id="14" name="Rectangle: Rounded Corners 22">
            <a:extLst>
              <a:ext uri="{FF2B5EF4-FFF2-40B4-BE49-F238E27FC236}">
                <a16:creationId xmlns:a16="http://schemas.microsoft.com/office/drawing/2014/main" id="{E4A89677-941C-3DF6-FF9A-1A7E9E6339E1}"/>
              </a:ext>
            </a:extLst>
          </p:cNvPr>
          <p:cNvSpPr/>
          <p:nvPr/>
        </p:nvSpPr>
        <p:spPr>
          <a:xfrm>
            <a:off x="9298940" y="2376579"/>
            <a:ext cx="819162" cy="40011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</a:t>
            </a:r>
          </a:p>
        </p:txBody>
      </p:sp>
      <p:sp>
        <p:nvSpPr>
          <p:cNvPr id="15" name="Rectangle: Rounded Corners 47">
            <a:extLst>
              <a:ext uri="{FF2B5EF4-FFF2-40B4-BE49-F238E27FC236}">
                <a16:creationId xmlns:a16="http://schemas.microsoft.com/office/drawing/2014/main" id="{27F6B6F5-F6DD-9471-117D-7A3A0E3A3525}"/>
              </a:ext>
            </a:extLst>
          </p:cNvPr>
          <p:cNvSpPr/>
          <p:nvPr/>
        </p:nvSpPr>
        <p:spPr>
          <a:xfrm>
            <a:off x="10048039" y="3348503"/>
            <a:ext cx="886649" cy="40011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CAB621-3AE6-A37C-456B-193C56F69F30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9708521" y="2776689"/>
            <a:ext cx="782843" cy="57181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AD2E92-096B-3EAF-7D3F-B7A6127A7E63}"/>
              </a:ext>
            </a:extLst>
          </p:cNvPr>
          <p:cNvCxnSpPr>
            <a:cxnSpLocks/>
          </p:cNvCxnSpPr>
          <p:nvPr/>
        </p:nvCxnSpPr>
        <p:spPr>
          <a:xfrm flipH="1">
            <a:off x="9066442" y="2757252"/>
            <a:ext cx="644523" cy="58487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826D791-8CCD-F41E-C00B-795EFF48E90E}"/>
              </a:ext>
            </a:extLst>
          </p:cNvPr>
          <p:cNvSpPr/>
          <p:nvPr/>
        </p:nvSpPr>
        <p:spPr>
          <a:xfrm>
            <a:off x="8831500" y="3190982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9BB62E-84B5-C5AA-B6C6-5F72EAB526BE}"/>
              </a:ext>
            </a:extLst>
          </p:cNvPr>
          <p:cNvCxnSpPr/>
          <p:nvPr/>
        </p:nvCxnSpPr>
        <p:spPr>
          <a:xfrm>
            <a:off x="10532462" y="3765544"/>
            <a:ext cx="782843" cy="57181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776055-87C1-5B32-F83A-8273EAC0F8EF}"/>
              </a:ext>
            </a:extLst>
          </p:cNvPr>
          <p:cNvCxnSpPr>
            <a:cxnSpLocks/>
          </p:cNvCxnSpPr>
          <p:nvPr/>
        </p:nvCxnSpPr>
        <p:spPr>
          <a:xfrm flipH="1">
            <a:off x="9877683" y="3758807"/>
            <a:ext cx="644523" cy="58487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3CBB110-6931-9DF2-6A6B-B8B5283010F0}"/>
              </a:ext>
            </a:extLst>
          </p:cNvPr>
          <p:cNvSpPr/>
          <p:nvPr/>
        </p:nvSpPr>
        <p:spPr>
          <a:xfrm>
            <a:off x="9677628" y="4155043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DCFE70-42A0-1EB7-AFB4-C34614E22748}"/>
              </a:ext>
            </a:extLst>
          </p:cNvPr>
          <p:cNvSpPr/>
          <p:nvPr/>
        </p:nvSpPr>
        <p:spPr>
          <a:xfrm>
            <a:off x="11064432" y="4141644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B621D-67A9-2B1F-11FF-0F4D4FBC45D5}"/>
              </a:ext>
            </a:extLst>
          </p:cNvPr>
          <p:cNvSpPr txBox="1"/>
          <p:nvPr/>
        </p:nvSpPr>
        <p:spPr>
          <a:xfrm>
            <a:off x="8428061" y="2757252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Weekday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11F0D-511A-2D1C-CA46-B04565FFFA41}"/>
              </a:ext>
            </a:extLst>
          </p:cNvPr>
          <p:cNvSpPr txBox="1"/>
          <p:nvPr/>
        </p:nvSpPr>
        <p:spPr>
          <a:xfrm>
            <a:off x="10234153" y="2820884"/>
            <a:ext cx="967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Weekend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D636DF-BB9C-58F9-206B-9C2651B87813}"/>
              </a:ext>
            </a:extLst>
          </p:cNvPr>
          <p:cNvSpPr txBox="1"/>
          <p:nvPr/>
        </p:nvSpPr>
        <p:spPr>
          <a:xfrm>
            <a:off x="9290252" y="3810752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FC666E-CECA-7DF9-70F5-5C469081AD71}"/>
              </a:ext>
            </a:extLst>
          </p:cNvPr>
          <p:cNvSpPr txBox="1"/>
          <p:nvPr/>
        </p:nvSpPr>
        <p:spPr>
          <a:xfrm>
            <a:off x="10998661" y="3824017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5B641-7D2E-9E10-BEB5-487C25F483B0}"/>
              </a:ext>
            </a:extLst>
          </p:cNvPr>
          <p:cNvSpPr txBox="1"/>
          <p:nvPr/>
        </p:nvSpPr>
        <p:spPr>
          <a:xfrm>
            <a:off x="7667829" y="4069733"/>
            <a:ext cx="1923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demand prediction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C9AC7E-49F7-809D-9DEB-11AB8944C311}"/>
              </a:ext>
            </a:extLst>
          </p:cNvPr>
          <p:cNvSpPr txBox="1"/>
          <p:nvPr/>
        </p:nvSpPr>
        <p:spPr>
          <a:xfrm>
            <a:off x="8082839" y="5141118"/>
            <a:ext cx="3665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often used in ensemble methods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/>
              <a:t>bagging: random forests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/>
              <a:t>boosting: gradient boosting</a:t>
            </a:r>
          </a:p>
        </p:txBody>
      </p:sp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9C0CC018-4E48-22B2-E64C-58078DA26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98" y="4891753"/>
            <a:ext cx="3364315" cy="1324885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D6A0BAD5-75B6-D644-4FE8-1E86B84B9009}"/>
              </a:ext>
            </a:extLst>
          </p:cNvPr>
          <p:cNvSpPr txBox="1"/>
          <p:nvPr/>
        </p:nvSpPr>
        <p:spPr>
          <a:xfrm>
            <a:off x="4204424" y="2611259"/>
            <a:ext cx="3211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nearest-neighbor-style/local methods</a:t>
            </a:r>
          </a:p>
        </p:txBody>
      </p:sp>
    </p:spTree>
    <p:extLst>
      <p:ext uri="{BB962C8B-B14F-4D97-AF65-F5344CB8AC3E}">
        <p14:creationId xmlns:p14="http://schemas.microsoft.com/office/powerpoint/2010/main" val="526823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4285-326E-05EB-679D-92CBB7B5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Under- and Over-Fitting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B33F1-438B-FFF0-237F-0FEAD69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10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CDC9D-CDDF-09FA-247E-8BE3B9BE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32" y="3113805"/>
            <a:ext cx="9489135" cy="3690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107935-CF21-1409-450A-CD09FBE7C001}"/>
              </a:ext>
            </a:extLst>
          </p:cNvPr>
          <p:cNvSpPr txBox="1"/>
          <p:nvPr/>
        </p:nvSpPr>
        <p:spPr>
          <a:xfrm>
            <a:off x="838200" y="2501214"/>
            <a:ext cx="302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d</a:t>
            </a:r>
            <a:r>
              <a:rPr lang="en-DE" sz="2000" dirty="0"/>
              <a:t>egree of fitted polynomial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639664-56BD-AC8F-58F0-9F9C5ED3D66F}"/>
              </a:ext>
            </a:extLst>
          </p:cNvPr>
          <p:cNvCxnSpPr>
            <a:stCxn id="5" idx="2"/>
          </p:cNvCxnSpPr>
          <p:nvPr/>
        </p:nvCxnSpPr>
        <p:spPr>
          <a:xfrm flipH="1">
            <a:off x="2079057" y="2901324"/>
            <a:ext cx="271641" cy="46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98EF64-E297-D175-91B9-1946B3E43248}"/>
              </a:ext>
            </a:extLst>
          </p:cNvPr>
          <p:cNvSpPr txBox="1"/>
          <p:nvPr/>
        </p:nvSpPr>
        <p:spPr>
          <a:xfrm>
            <a:off x="838200" y="1690688"/>
            <a:ext cx="379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e</a:t>
            </a:r>
            <a:r>
              <a:rPr lang="en-DE" sz="2800" dirty="0"/>
              <a:t>xample: </a:t>
            </a:r>
            <a:r>
              <a:rPr lang="en-GB" sz="2800" dirty="0"/>
              <a:t>polynomial 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2B056-E419-3CD7-5411-E5693AE46182}"/>
              </a:ext>
            </a:extLst>
          </p:cNvPr>
          <p:cNvSpPr txBox="1"/>
          <p:nvPr/>
        </p:nvSpPr>
        <p:spPr>
          <a:xfrm>
            <a:off x="7137401" y="1757862"/>
            <a:ext cx="458433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need to predict new samples (not in training data set): interpolation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D5C54F-F3C1-8BA4-E120-D3295F4C1AE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723017" y="2588859"/>
            <a:ext cx="2706552" cy="3629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4E0062-1914-3C2E-9793-3186C4CCB974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9429569" y="2588859"/>
            <a:ext cx="228237" cy="3629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2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9F5-EE18-E148-A680-E3CCB7C2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Bias, Variance, Irreducible Error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D080-C343-7746-B3C2-41F8EBCD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think of fitting ML algorithms as repeatable processes with different data sets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irreducible error (aka Bayes error):</a:t>
            </a:r>
          </a:p>
          <a:p>
            <a:pPr marL="0" indent="0">
              <a:buNone/>
            </a:pPr>
            <a:r>
              <a:rPr lang="en-GB" sz="2400" dirty="0"/>
              <a:t>inherent randomness (target generated from random variable)</a:t>
            </a:r>
          </a:p>
          <a:p>
            <a:pPr>
              <a:buFont typeface="Wingdings" pitchFamily="2" charset="2"/>
              <a:buChar char="à"/>
            </a:pPr>
            <a:r>
              <a:rPr lang="en-GB" sz="2400" dirty="0">
                <a:sym typeface="Wingdings" pitchFamily="2" charset="2"/>
              </a:rPr>
              <a:t>limiting accuracy of ideal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090458-5222-1941-8793-A34C83CF5076}"/>
              </a:ext>
            </a:extLst>
          </p:cNvPr>
          <p:cNvSpPr txBox="1"/>
          <p:nvPr/>
        </p:nvSpPr>
        <p:spPr>
          <a:xfrm>
            <a:off x="2394506" y="2727011"/>
            <a:ext cx="3420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bias</a:t>
            </a:r>
            <a:endParaRPr lang="en-GB" dirty="0"/>
          </a:p>
          <a:p>
            <a:r>
              <a:rPr lang="en-GB" dirty="0"/>
              <a:t>due to too simplistic model (same for all training data sets)</a:t>
            </a:r>
          </a:p>
          <a:p>
            <a:r>
              <a:rPr lang="en-GB" sz="2400" dirty="0"/>
              <a:t>“underfitting”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FBD89-D45A-1445-B0D0-F64BB370BF93}"/>
              </a:ext>
            </a:extLst>
          </p:cNvPr>
          <p:cNvSpPr txBox="1"/>
          <p:nvPr/>
        </p:nvSpPr>
        <p:spPr>
          <a:xfrm>
            <a:off x="7603975" y="2727011"/>
            <a:ext cx="37977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variance</a:t>
            </a:r>
            <a:endParaRPr lang="en-GB" dirty="0"/>
          </a:p>
          <a:p>
            <a:r>
              <a:rPr lang="en-GB" dirty="0"/>
              <a:t>due to sensitivity to specifics (noise) of different training data sets</a:t>
            </a:r>
          </a:p>
          <a:p>
            <a:r>
              <a:rPr lang="en-GB" sz="2400" dirty="0"/>
              <a:t>“overfitting”</a:t>
            </a:r>
          </a:p>
        </p:txBody>
      </p:sp>
      <p:pic>
        <p:nvPicPr>
          <p:cNvPr id="13" name="Picture 12" descr="Shape, circle&#10;&#10;Description automatically generated">
            <a:extLst>
              <a:ext uri="{FF2B5EF4-FFF2-40B4-BE49-F238E27FC236}">
                <a16:creationId xmlns:a16="http://schemas.microsoft.com/office/drawing/2014/main" id="{41ECBFB3-644D-CF4A-A080-0D01BE318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4" y="2386580"/>
            <a:ext cx="1604191" cy="1604191"/>
          </a:xfrm>
          <a:prstGeom prst="rect">
            <a:avLst/>
          </a:prstGeom>
        </p:spPr>
      </p:pic>
      <p:pic>
        <p:nvPicPr>
          <p:cNvPr id="15" name="Picture 14" descr="Engineering drawing&#10;&#10;Description automatically generated">
            <a:extLst>
              <a:ext uri="{FF2B5EF4-FFF2-40B4-BE49-F238E27FC236}">
                <a16:creationId xmlns:a16="http://schemas.microsoft.com/office/drawing/2014/main" id="{ED23A19D-EE63-8B42-83DD-3674895DE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478" y="2386579"/>
            <a:ext cx="1624497" cy="16041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90475-00CC-EF48-96AB-C7031A33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A58F-BEEB-D14F-8B2B-8D77BCC2C0BB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8886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5971-ED29-8C4C-BE8A-7EED9D3B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Bias-Variance </a:t>
            </a:r>
            <a:r>
              <a:rPr lang="en-GB" dirty="0" err="1"/>
              <a:t>Tradeoff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E309-547C-0348-8F2F-1DE00DC02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3201001"/>
            <a:ext cx="7102325" cy="3291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generalization error follows U-shaped curve: overfitting once model complexity (number of parameters) passes certain threshold</a:t>
            </a:r>
          </a:p>
          <a:p>
            <a:pPr marL="0" indent="0">
              <a:buNone/>
            </a:pPr>
            <a:r>
              <a:rPr lang="en-GB" sz="2400" dirty="0"/>
              <a:t>overfitting: variance term dominating test error</a:t>
            </a:r>
          </a:p>
          <a:p>
            <a:pPr marL="0" indent="0">
              <a:buNone/>
            </a:pPr>
            <a:r>
              <a:rPr lang="en-GB" sz="2400" dirty="0">
                <a:sym typeface="Wingdings" pitchFamily="2" charset="2"/>
              </a:rPr>
              <a:t> </a:t>
            </a:r>
            <a:r>
              <a:rPr lang="en-GB" sz="2400" dirty="0"/>
              <a:t>increasing model complexity increases test error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but beware: training error keeps decreasing with more complex model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FF4B6-67D9-E940-A6CB-70C55533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A58F-BEEB-D14F-8B2B-8D77BCC2C0BB}" type="slidenum">
              <a:rPr lang="en-DE" smtClean="0"/>
              <a:t>12</a:t>
            </a:fld>
            <a:endParaRPr lang="en-D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A66421-89E3-75A9-4DCF-F02108DB866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375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models of higher complexity have lower bias but higher variance</a:t>
            </a:r>
          </a:p>
          <a:p>
            <a:pPr marL="0" indent="0">
              <a:buNone/>
            </a:pPr>
            <a:r>
              <a:rPr lang="en-GB" sz="2400" dirty="0"/>
              <a:t>(given the same number of training examples)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03ED01CC-EC7A-D792-11FD-E6168F661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702" y="3201001"/>
            <a:ext cx="4697346" cy="303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15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E8BD-0CB0-BFBA-3A0A-3351335C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486BA-860D-4969-12D7-9F5E6F0B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Hyperparameters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20BA8-F0C4-B96F-1EFA-041961F6E2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5" y="1834092"/>
                <a:ext cx="4715933" cy="452225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model complexity often controlled via hyperparameters (parameters not fitted but set in advance)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examples:</a:t>
                </a:r>
              </a:p>
              <a:p>
                <a:r>
                  <a:rPr lang="en-GB" sz="2400" dirty="0"/>
                  <a:t>d</a:t>
                </a:r>
                <a:r>
                  <a:rPr lang="en-DE" sz="2400" dirty="0"/>
                  <a:t>egree of fitted polynomial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DE" sz="2400" dirty="0"/>
              </a:p>
              <a:p>
                <a:r>
                  <a:rPr lang="en-DE" sz="2400" dirty="0"/>
                  <a:t>number of considered nearest neighbors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DE" sz="2400" dirty="0"/>
              </a:p>
              <a:p>
                <a:r>
                  <a:rPr lang="en-GB" sz="2400" dirty="0"/>
                  <a:t>maximum d</a:t>
                </a:r>
                <a:r>
                  <a:rPr lang="en-DE" sz="2400" dirty="0"/>
                  <a:t>epth of decision tree</a:t>
                </a:r>
              </a:p>
              <a:p>
                <a:r>
                  <a:rPr lang="en-GB" sz="2400" dirty="0"/>
                  <a:t>number of hidden nodes in neural network layer</a:t>
                </a:r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20BA8-F0C4-B96F-1EFA-041961F6E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5" y="1834092"/>
                <a:ext cx="4715933" cy="4522258"/>
              </a:xfrm>
              <a:blipFill>
                <a:blip r:embed="rId2"/>
                <a:stretch>
                  <a:fillRect l="-2151" t="-1961" r="-2688" b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C188-1AA1-0961-6B5F-C9EC027B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4FF7-4194-DC4A-997C-EF4C65C96866}" type="slidenum">
              <a:rPr lang="en-DE" smtClean="0"/>
              <a:t>13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F8CD4-C41A-5A7D-D065-616D97A60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856" y="2685518"/>
            <a:ext cx="6822478" cy="32945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5580BB-C3A0-C0B5-D564-55C0814F3606}"/>
              </a:ext>
            </a:extLst>
          </p:cNvPr>
          <p:cNvSpPr txBox="1"/>
          <p:nvPr/>
        </p:nvSpPr>
        <p:spPr>
          <a:xfrm>
            <a:off x="9120099" y="1738366"/>
            <a:ext cx="2368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</a:t>
            </a:r>
            <a:r>
              <a:rPr lang="en-DE" dirty="0"/>
              <a:t>yperparameter tuning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A200EC-646D-644A-0B69-B592AECFAE63}"/>
              </a:ext>
            </a:extLst>
          </p:cNvPr>
          <p:cNvCxnSpPr>
            <a:stCxn id="6" idx="2"/>
          </p:cNvCxnSpPr>
          <p:nvPr/>
        </p:nvCxnSpPr>
        <p:spPr>
          <a:xfrm flipH="1">
            <a:off x="9837018" y="2107698"/>
            <a:ext cx="467092" cy="577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327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9F5-EE18-E148-A680-E3CCB7C2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D080-C343-7746-B3C2-41F8EBCD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3429000"/>
            <a:ext cx="10715368" cy="29887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600" dirty="0"/>
              <a:t>generalization gap: difference between test and training error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curse of dimensionality: typically, many features (dimensions)</a:t>
            </a:r>
          </a:p>
          <a:p>
            <a:pPr marL="0" indent="0">
              <a:buNone/>
            </a:pPr>
            <a:r>
              <a:rPr lang="en-GB" sz="2600" dirty="0">
                <a:sym typeface="Wingdings" panose="05000000000000000000" pitchFamily="2" charset="2"/>
              </a:rPr>
              <a:t> </a:t>
            </a:r>
            <a:r>
              <a:rPr lang="en-GB" sz="2600" dirty="0"/>
              <a:t>lots of data needed to densely sample volume</a:t>
            </a:r>
            <a:endParaRPr lang="en-GB" sz="2600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4CF9A-8599-874C-B8DB-72A32F5E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A58F-BEEB-D14F-8B2B-8D77BCC2C0BB}" type="slidenum">
              <a:rPr lang="en-DE" smtClean="0"/>
              <a:t>14</a:t>
            </a:fld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AA4B8D-555A-2D6B-FD2B-CC021E6DA531}"/>
              </a:ext>
            </a:extLst>
          </p:cNvPr>
          <p:cNvSpPr txBox="1">
            <a:spLocks/>
          </p:cNvSpPr>
          <p:nvPr/>
        </p:nvSpPr>
        <p:spPr>
          <a:xfrm>
            <a:off x="990600" y="2060940"/>
            <a:ext cx="10515600" cy="8150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core of ML: </a:t>
            </a:r>
            <a:r>
              <a:rPr lang="en-GB" b="1" dirty="0"/>
              <a:t>empirical risk minimization</a:t>
            </a:r>
            <a:r>
              <a:rPr lang="en-GB" dirty="0"/>
              <a:t> (training error) as proxy for minimizing unknown population risk (test error)</a:t>
            </a:r>
          </a:p>
        </p:txBody>
      </p:sp>
    </p:spTree>
    <p:extLst>
      <p:ext uri="{BB962C8B-B14F-4D97-AF65-F5344CB8AC3E}">
        <p14:creationId xmlns:p14="http://schemas.microsoft.com/office/powerpoint/2010/main" val="1149037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E483303-F387-3100-2E13-C3E6B6F31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525" y="4088766"/>
            <a:ext cx="6452475" cy="226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58D71E-684F-2EF4-8393-2ACD2076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Dimensionality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0C1A1C-254C-68CB-4065-ACE902F6D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2475" cy="4351338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data</a:t>
            </a:r>
            <a:r>
              <a:rPr lang="de-DE" b="1" dirty="0"/>
              <a:t> </a:t>
            </a:r>
            <a:r>
              <a:rPr lang="de-DE" b="1" dirty="0" err="1"/>
              <a:t>sparsity</a:t>
            </a:r>
            <a:r>
              <a:rPr lang="de-DE" b="1" dirty="0"/>
              <a:t>:</a:t>
            </a:r>
          </a:p>
          <a:p>
            <a:pPr marL="0" indent="0">
              <a:buNone/>
            </a:pPr>
            <a:r>
              <a:rPr lang="de-DE" dirty="0" err="1"/>
              <a:t>dimensions</a:t>
            </a:r>
            <a:r>
              <a:rPr lang="de-DE" dirty="0"/>
              <a:t> (i.e., </a:t>
            </a:r>
            <a:r>
              <a:rPr lang="de-DE" dirty="0" err="1"/>
              <a:t>features</a:t>
            </a:r>
            <a:r>
              <a:rPr lang="de-DE" dirty="0"/>
              <a:t>) </a:t>
            </a:r>
            <a:r>
              <a:rPr lang="de-DE" dirty="0" err="1"/>
              <a:t>increase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volume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rapidly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</a:t>
            </a:r>
            <a:r>
              <a:rPr lang="de-DE" dirty="0" err="1"/>
              <a:t>isolated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difficult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find </a:t>
            </a:r>
            <a:r>
              <a:rPr lang="de-DE" dirty="0" err="1"/>
              <a:t>meaningful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(</a:t>
            </a:r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proximity</a:t>
            </a:r>
            <a:r>
              <a:rPr lang="de-DE" dirty="0"/>
              <a:t> </a:t>
            </a:r>
            <a:r>
              <a:rPr lang="de-DE" dirty="0" err="1"/>
              <a:t>breaks</a:t>
            </a:r>
            <a:r>
              <a:rPr lang="de-DE" dirty="0"/>
              <a:t> down)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overfitting</a:t>
            </a: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exponential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data</a:t>
            </a:r>
            <a:r>
              <a:rPr lang="de-DE" dirty="0">
                <a:sym typeface="Wingdings" pitchFamily="2" charset="2"/>
              </a:rPr>
              <a:t> (i.e., </a:t>
            </a:r>
            <a:r>
              <a:rPr lang="de-DE" dirty="0" err="1">
                <a:sym typeface="Wingdings" pitchFamily="2" charset="2"/>
              </a:rPr>
              <a:t>samples</a:t>
            </a:r>
            <a:r>
              <a:rPr lang="de-DE" dirty="0">
                <a:sym typeface="Wingdings" pitchFamily="2" charset="2"/>
              </a:rPr>
              <a:t>) </a:t>
            </a:r>
            <a:r>
              <a:rPr lang="de-DE" dirty="0" err="1">
                <a:sym typeface="Wingdings" pitchFamily="2" charset="2"/>
              </a:rPr>
              <a:t>requirements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D025BE-1DB9-D1A4-498A-173D67E2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15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1CEE24D-FABC-73A1-4C86-85F33A33E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68" y="365125"/>
            <a:ext cx="3843064" cy="323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34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ython Matplotlib: Ultimate Guide to Beautiful Plots! | GoLinuxCloud">
            <a:extLst>
              <a:ext uri="{FF2B5EF4-FFF2-40B4-BE49-F238E27FC236}">
                <a16:creationId xmlns:a16="http://schemas.microsoft.com/office/drawing/2014/main" id="{22F05D9D-E68B-42FD-61F5-76A96BC78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71762"/>
            <a:ext cx="47815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group of cats on a grid&#10;&#10;AI-generated content may be incorrect.">
            <a:extLst>
              <a:ext uri="{FF2B5EF4-FFF2-40B4-BE49-F238E27FC236}">
                <a16:creationId xmlns:a16="http://schemas.microsoft.com/office/drawing/2014/main" id="{19719576-94A4-32DC-8678-41623AE1D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496" y="2935947"/>
            <a:ext cx="7750504" cy="3785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71E236-FA0D-F89B-836B-D3E1A9C1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ym typeface="Wingdings" pitchFamily="2" charset="2"/>
              </a:rPr>
              <a:t>M</a:t>
            </a:r>
            <a:r>
              <a:rPr lang="en-GB" sz="4400" dirty="0">
                <a:sym typeface="Wingdings" pitchFamily="2" charset="2"/>
              </a:rPr>
              <a:t>anifold </a:t>
            </a:r>
            <a:r>
              <a:rPr lang="en-GB" dirty="0">
                <a:sym typeface="Wingdings" pitchFamily="2" charset="2"/>
              </a:rPr>
              <a:t>H</a:t>
            </a:r>
            <a:r>
              <a:rPr lang="en-GB" sz="4400" dirty="0">
                <a:sym typeface="Wingdings" pitchFamily="2" charset="2"/>
              </a:rPr>
              <a:t>ypothesis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CB5CF-1A0F-3C85-74D2-9AD280390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l</a:t>
            </a:r>
            <a:r>
              <a:rPr lang="en-GB" sz="2800" dirty="0">
                <a:sym typeface="Wingdings" pitchFamily="2" charset="2"/>
              </a:rPr>
              <a:t>uckil</a:t>
            </a:r>
            <a:r>
              <a:rPr lang="en-GB" dirty="0">
                <a:sym typeface="Wingdings" pitchFamily="2" charset="2"/>
              </a:rPr>
              <a:t>y, </a:t>
            </a:r>
            <a:r>
              <a:rPr lang="en-GB" sz="2800" dirty="0">
                <a:sym typeface="Wingdings" pitchFamily="2" charset="2"/>
              </a:rPr>
              <a:t>reality is friendly: most high-dimensional data sets reside on lower-dimensional manifolds  enabling effectiveness of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C9A59-5ECC-7D6E-5745-AFF23B75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471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D47CC-212D-1573-EBAD-14AB77F0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2F43C-32C0-9639-7D7E-69562EF9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6B8A9-8955-9F5F-7F49-C65125D12F15}"/>
                  </a:ext>
                </a:extLst>
              </p:cNvPr>
              <p:cNvSpPr txBox="1"/>
              <p:nvPr/>
            </p:nvSpPr>
            <p:spPr>
              <a:xfrm>
                <a:off x="962321" y="4045232"/>
                <a:ext cx="5481300" cy="10500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DE" sz="2400" baseline="-25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6B8A9-8955-9F5F-7F49-C65125D12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21" y="4045232"/>
                <a:ext cx="5481300" cy="1050031"/>
              </a:xfrm>
              <a:prstGeom prst="rect">
                <a:avLst/>
              </a:prstGeom>
              <a:blipFill>
                <a:blip r:embed="rId2"/>
                <a:stretch>
                  <a:fillRect l="-1617" t="-115476" r="-1386" b="-1690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8807D22-10EB-7411-39A5-CBAE9350C90E}"/>
              </a:ext>
            </a:extLst>
          </p:cNvPr>
          <p:cNvSpPr txBox="1"/>
          <p:nvPr/>
        </p:nvSpPr>
        <p:spPr>
          <a:xfrm>
            <a:off x="962321" y="1714576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</a:t>
            </a:r>
            <a:r>
              <a:rPr lang="en-DE" sz="2800" dirty="0"/>
              <a:t>it: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C7172-D9FF-3066-8118-1EF8E9DEA952}"/>
              </a:ext>
            </a:extLst>
          </p:cNvPr>
          <p:cNvSpPr txBox="1"/>
          <p:nvPr/>
        </p:nvSpPr>
        <p:spPr>
          <a:xfrm>
            <a:off x="962321" y="3518325"/>
            <a:ext cx="1311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predict</a:t>
            </a:r>
            <a:r>
              <a:rPr lang="en-DE" sz="2800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C8052-44C6-2DC2-BC6C-3FE6EFBDEF3B}"/>
              </a:ext>
            </a:extLst>
          </p:cNvPr>
          <p:cNvSpPr txBox="1"/>
          <p:nvPr/>
        </p:nvSpPr>
        <p:spPr>
          <a:xfrm>
            <a:off x="4400673" y="3233596"/>
            <a:ext cx="1495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/>
              <a:t>Gaussian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2A7CF1-315F-9A3D-8A06-F17E6EBA73FB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996650" y="2971986"/>
            <a:ext cx="404023" cy="523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D33F7D-B514-5855-2972-1C37F5F76B87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985020" y="3495206"/>
            <a:ext cx="2415653" cy="881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CED2DB-0D9A-CF37-A710-533FE6BE457E}"/>
                  </a:ext>
                </a:extLst>
              </p:cNvPr>
              <p:cNvSpPr txBox="1"/>
              <p:nvPr/>
            </p:nvSpPr>
            <p:spPr>
              <a:xfrm>
                <a:off x="2087890" y="1513075"/>
                <a:ext cx="7850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CED2DB-0D9A-CF37-A710-533FE6BE4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890" y="1513075"/>
                <a:ext cx="785080" cy="461665"/>
              </a:xfrm>
              <a:prstGeom prst="rect">
                <a:avLst/>
              </a:prstGeom>
              <a:blipFill>
                <a:blip r:embed="rId3"/>
                <a:stretch>
                  <a:fillRect l="-6349" b="-135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e 12">
            <a:extLst>
              <a:ext uri="{FF2B5EF4-FFF2-40B4-BE49-F238E27FC236}">
                <a16:creationId xmlns:a16="http://schemas.microsoft.com/office/drawing/2014/main" id="{156E05BA-2090-BDF6-C08A-ED268D92F3D5}"/>
              </a:ext>
            </a:extLst>
          </p:cNvPr>
          <p:cNvSpPr/>
          <p:nvPr/>
        </p:nvSpPr>
        <p:spPr>
          <a:xfrm rot="5400000">
            <a:off x="2276913" y="1353158"/>
            <a:ext cx="407035" cy="17628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3F19ED-299C-95B0-AED4-97F099F1366A}"/>
                  </a:ext>
                </a:extLst>
              </p:cNvPr>
              <p:cNvSpPr txBox="1"/>
              <p:nvPr/>
            </p:nvSpPr>
            <p:spPr>
              <a:xfrm>
                <a:off x="1711095" y="5344925"/>
                <a:ext cx="40372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DE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3F19ED-299C-95B0-AED4-97F099F13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095" y="5344925"/>
                <a:ext cx="4037286" cy="523220"/>
              </a:xfrm>
              <a:prstGeom prst="rect">
                <a:avLst/>
              </a:prstGeom>
              <a:blipFill>
                <a:blip r:embed="rId4"/>
                <a:stretch>
                  <a:fillRect t="-4651" b="-162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7430F79-1678-B671-9EE4-E9EBC35274B6}"/>
              </a:ext>
            </a:extLst>
          </p:cNvPr>
          <p:cNvSpPr txBox="1"/>
          <p:nvPr/>
        </p:nvSpPr>
        <p:spPr>
          <a:xfrm>
            <a:off x="2439519" y="6203350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Gaussian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A00E9-E9C4-3506-0745-721F4E65DB0B}"/>
              </a:ext>
            </a:extLst>
          </p:cNvPr>
          <p:cNvSpPr txBox="1"/>
          <p:nvPr/>
        </p:nvSpPr>
        <p:spPr>
          <a:xfrm>
            <a:off x="3879731" y="6203350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mean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D9990-6C10-6CBF-1B9A-3BF20759212E}"/>
              </a:ext>
            </a:extLst>
          </p:cNvPr>
          <p:cNvSpPr txBox="1"/>
          <p:nvPr/>
        </p:nvSpPr>
        <p:spPr>
          <a:xfrm>
            <a:off x="4872331" y="6203350"/>
            <a:ext cx="974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variance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144B7D-D4C8-28E7-3740-F29EB92877C5}"/>
              </a:ext>
            </a:extLst>
          </p:cNvPr>
          <p:cNvCxnSpPr>
            <a:stCxn id="15" idx="0"/>
          </p:cNvCxnSpPr>
          <p:nvPr/>
        </p:nvCxnSpPr>
        <p:spPr>
          <a:xfrm flipV="1">
            <a:off x="2953442" y="5835480"/>
            <a:ext cx="608129" cy="367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50FED2-CD3F-9C34-C9CE-FE2DE31056D6}"/>
              </a:ext>
            </a:extLst>
          </p:cNvPr>
          <p:cNvCxnSpPr>
            <a:stCxn id="16" idx="0"/>
          </p:cNvCxnSpPr>
          <p:nvPr/>
        </p:nvCxnSpPr>
        <p:spPr>
          <a:xfrm flipV="1">
            <a:off x="4238163" y="5926944"/>
            <a:ext cx="174746" cy="276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E63D73-D00E-67E7-F0DA-F37BE9810CCA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5012004" y="5835480"/>
            <a:ext cx="347704" cy="367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35A02E-55E9-78F6-9EA0-63E6DBFC78A7}"/>
                  </a:ext>
                </a:extLst>
              </p:cNvPr>
              <p:cNvSpPr txBox="1"/>
              <p:nvPr/>
            </p:nvSpPr>
            <p:spPr>
              <a:xfrm>
                <a:off x="897470" y="2240862"/>
                <a:ext cx="3099180" cy="10500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2400" baseline="-25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35A02E-55E9-78F6-9EA0-63E6DBFC7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70" y="2240862"/>
                <a:ext cx="3099180" cy="1050031"/>
              </a:xfrm>
              <a:prstGeom prst="rect">
                <a:avLst/>
              </a:prstGeom>
              <a:blipFill>
                <a:blip r:embed="rId5"/>
                <a:stretch>
                  <a:fillRect l="-1224" t="-115476" b="-1690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B81B8D-7DC3-74E4-E25A-86543403925D}"/>
                  </a:ext>
                </a:extLst>
              </p:cNvPr>
              <p:cNvSpPr txBox="1"/>
              <p:nvPr/>
            </p:nvSpPr>
            <p:spPr>
              <a:xfrm>
                <a:off x="7041945" y="5179846"/>
                <a:ext cx="4655782" cy="93384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GB" sz="2200" dirty="0"/>
                  <a:t>parameters to be estimated: </a:t>
                </a:r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e-DE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2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itchFamily="2" charset="2"/>
                  <a:buChar char="à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DE" sz="2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B81B8D-7DC3-74E4-E25A-865434039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945" y="5179846"/>
                <a:ext cx="4655782" cy="933845"/>
              </a:xfrm>
              <a:prstGeom prst="rect">
                <a:avLst/>
              </a:prstGeom>
              <a:blipFill>
                <a:blip r:embed="rId6"/>
                <a:stretch>
                  <a:fillRect l="-1630" t="-12162" b="-783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Graphic 22">
            <a:extLst>
              <a:ext uri="{FF2B5EF4-FFF2-40B4-BE49-F238E27FC236}">
                <a16:creationId xmlns:a16="http://schemas.microsoft.com/office/drawing/2014/main" id="{66E3DC08-C6A7-F262-8751-C58622145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5659" y="683063"/>
            <a:ext cx="4354020" cy="287365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0E39FD2-583A-518B-9FC7-C31207B05787}"/>
              </a:ext>
            </a:extLst>
          </p:cNvPr>
          <p:cNvSpPr txBox="1"/>
          <p:nvPr/>
        </p:nvSpPr>
        <p:spPr>
          <a:xfrm>
            <a:off x="8312248" y="3618587"/>
            <a:ext cx="338547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parameter estimation:</a:t>
            </a:r>
          </a:p>
          <a:p>
            <a:r>
              <a:rPr lang="en-GB" sz="2600" dirty="0"/>
              <a:t>e.g., least squares</a:t>
            </a:r>
          </a:p>
        </p:txBody>
      </p:sp>
    </p:spTree>
    <p:extLst>
      <p:ext uri="{BB962C8B-B14F-4D97-AF65-F5344CB8AC3E}">
        <p14:creationId xmlns:p14="http://schemas.microsoft.com/office/powerpoint/2010/main" val="365515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90111-D58E-0B4D-939E-305F3D3D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CC49E-F2CE-6500-BDF9-A55D38C57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ML algorithm by combining: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model</a:t>
            </a:r>
            <a:r>
              <a:rPr lang="en-GB" dirty="0"/>
              <a:t> </a:t>
            </a:r>
            <a:r>
              <a:rPr lang="en-GB" b="0" dirty="0"/>
              <a:t>(e.g., linear function &amp; Gaussian distribution)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objective function</a:t>
            </a:r>
            <a:r>
              <a:rPr lang="en-GB" dirty="0"/>
              <a:t> </a:t>
            </a:r>
            <a:r>
              <a:rPr lang="en-GB" b="0" dirty="0"/>
              <a:t>(e.g., squared residuals)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optimization algorithm</a:t>
            </a:r>
            <a:r>
              <a:rPr lang="en-GB" dirty="0"/>
              <a:t> </a:t>
            </a:r>
            <a:r>
              <a:rPr lang="en-GB" b="0" dirty="0"/>
              <a:t>(e.g., gradient descent)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regularization</a:t>
            </a:r>
            <a:r>
              <a:rPr lang="en-GB" dirty="0"/>
              <a:t> (e.g., L2, dropout)</a:t>
            </a:r>
            <a:endParaRPr lang="en-DE" b="1" dirty="0"/>
          </a:p>
          <a:p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25157C-A49D-E247-7350-BA66D82C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General Recipe</a:t>
            </a:r>
            <a:r>
              <a:rPr lang="en-GB" dirty="0"/>
              <a:t> of Statistical Learning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6776-1BE2-20B5-C4C5-4122077E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7701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EC65-4EF0-A0AE-5028-2BE1A88B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Model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B5D667-7189-6C64-C27C-DFCC3ACA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FED476-420D-9280-878D-E5697FC8E379}"/>
                  </a:ext>
                </a:extLst>
              </p:cNvPr>
              <p:cNvSpPr txBox="1"/>
              <p:nvPr/>
            </p:nvSpPr>
            <p:spPr>
              <a:xfrm>
                <a:off x="4216399" y="3105834"/>
                <a:ext cx="3759199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FED476-420D-9280-878D-E5697FC8E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399" y="3105834"/>
                <a:ext cx="3759199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035968-D916-A5B8-A744-79691437C636}"/>
                  </a:ext>
                </a:extLst>
              </p:cNvPr>
              <p:cNvSpPr txBox="1"/>
              <p:nvPr/>
            </p:nvSpPr>
            <p:spPr>
              <a:xfrm>
                <a:off x="6121400" y="1851820"/>
                <a:ext cx="439419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data: vector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400" dirty="0"/>
                  <a:t> different feature values for this example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035968-D916-A5B8-A744-79691437C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400" y="1851820"/>
                <a:ext cx="4394199" cy="830997"/>
              </a:xfrm>
              <a:prstGeom prst="rect">
                <a:avLst/>
              </a:prstGeom>
              <a:blipFill>
                <a:blip r:embed="rId3"/>
                <a:stretch>
                  <a:fillRect l="-2080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378655-C947-C913-AEB0-AF68A96A2E52}"/>
              </a:ext>
            </a:extLst>
          </p:cNvPr>
          <p:cNvCxnSpPr>
            <a:cxnSpLocks/>
          </p:cNvCxnSpPr>
          <p:nvPr/>
        </p:nvCxnSpPr>
        <p:spPr>
          <a:xfrm flipH="1">
            <a:off x="6822625" y="2653288"/>
            <a:ext cx="308279" cy="646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A8D171-393C-A8EE-07DD-37F62BA9AE69}"/>
              </a:ext>
            </a:extLst>
          </p:cNvPr>
          <p:cNvSpPr txBox="1"/>
          <p:nvPr/>
        </p:nvSpPr>
        <p:spPr>
          <a:xfrm>
            <a:off x="8046811" y="4288751"/>
            <a:ext cx="2909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single intercept parameter, aka bias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204A23-CD5B-9576-6FFD-D25F5BFC0684}"/>
              </a:ext>
            </a:extLst>
          </p:cNvPr>
          <p:cNvCxnSpPr>
            <a:cxnSpLocks/>
          </p:cNvCxnSpPr>
          <p:nvPr/>
        </p:nvCxnSpPr>
        <p:spPr>
          <a:xfrm flipH="1" flipV="1">
            <a:off x="7738533" y="3606798"/>
            <a:ext cx="618067" cy="7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2FCE96-D1CF-4A67-2875-6E1CB9EC7C4D}"/>
                  </a:ext>
                </a:extLst>
              </p:cNvPr>
              <p:cNvSpPr txBox="1"/>
              <p:nvPr/>
            </p:nvSpPr>
            <p:spPr>
              <a:xfrm>
                <a:off x="1503588" y="4329978"/>
                <a:ext cx="50588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vector with slope parameters (one for each of the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400" dirty="0"/>
                  <a:t> features, but identical for all examples), aka weights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2FCE96-D1CF-4A67-2875-6E1CB9EC7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588" y="4329978"/>
                <a:ext cx="5058833" cy="1200329"/>
              </a:xfrm>
              <a:prstGeom prst="rect">
                <a:avLst/>
              </a:prstGeom>
              <a:blipFill>
                <a:blip r:embed="rId4"/>
                <a:stretch>
                  <a:fillRect l="-1928" t="-4061" r="-3012" b="-106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A799CA-9800-4737-A656-E9792250826A}"/>
              </a:ext>
            </a:extLst>
          </p:cNvPr>
          <p:cNvCxnSpPr>
            <a:cxnSpLocks/>
          </p:cNvCxnSpPr>
          <p:nvPr/>
        </p:nvCxnSpPr>
        <p:spPr>
          <a:xfrm flipV="1">
            <a:off x="5054600" y="3606798"/>
            <a:ext cx="905933" cy="795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668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CA8E-C03E-64F5-F46E-69F868D2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8211-6E28-FC0A-BE28-FCA71789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BBF559-6F44-8DE4-35FB-FB8AF281CC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DE" sz="2600" dirty="0"/>
                  <a:t>loss function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600" dirty="0"/>
                  <a:t>: expressing d</a:t>
                </a:r>
                <a:r>
                  <a:rPr lang="en-DE" sz="2600"/>
                  <a:t>eviation between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de-DE" sz="2600" dirty="0"/>
                  <a:t> </a:t>
                </a:r>
                <a:r>
                  <a:rPr lang="en-DE" sz="2600"/>
                  <a:t>and target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de-DE" sz="2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</m:d>
                  </m:oMath>
                </a14:m>
                <a:endParaRPr lang="en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en-DE" sz="2600"/>
                  <a:t>with </a:t>
                </a:r>
                <a14:m>
                  <m:oMath xmlns:m="http://schemas.openxmlformats.org/officeDocument/2006/math">
                    <m:r>
                      <a:rPr lang="de-DE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GB" sz="2600" dirty="0"/>
                  <a:t> corresponding to p</a:t>
                </a:r>
                <a:r>
                  <a:rPr lang="en-DE" sz="2600"/>
                  <a:t>arameters of </a:t>
                </a:r>
                <a:r>
                  <a:rPr lang="en-DE" sz="2600" dirty="0"/>
                  <a:t>model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600" b="1" dirty="0"/>
              </a:p>
              <a:p>
                <a:pPr marL="0" indent="0">
                  <a:buNone/>
                </a:pPr>
                <a:r>
                  <a:rPr lang="de-DE" sz="2000" dirty="0"/>
                  <a:t>(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sake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of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clarity</a:t>
                </a:r>
                <a:r>
                  <a:rPr lang="de-DE" sz="2000" dirty="0"/>
                  <a:t>, </a:t>
                </a:r>
                <a:r>
                  <a:rPr lang="de-DE" sz="2000" dirty="0" err="1"/>
                  <a:t>include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bias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DE" sz="2000"/>
                  <a:t> in </a:t>
                </a:r>
                <a14:m>
                  <m:oMath xmlns:m="http://schemas.openxmlformats.org/officeDocument/2006/math">
                    <m:r>
                      <a:rPr lang="de-DE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2000" dirty="0"/>
                  <a:t>)</a:t>
                </a:r>
                <a:endParaRPr lang="en-DE" sz="2000" dirty="0"/>
              </a:p>
              <a:p>
                <a:pPr marL="0" indent="0">
                  <a:buNone/>
                </a:pPr>
                <a:endParaRPr lang="en-DE" sz="2600" dirty="0"/>
              </a:p>
              <a:p>
                <a:pPr marL="0" indent="0">
                  <a:buNone/>
                </a:pPr>
                <a:r>
                  <a:rPr lang="de-DE" sz="2600" dirty="0"/>
                  <a:t>prime example: squared residuals for regression problems</a:t>
                </a:r>
                <a:endParaRPr lang="en-DE" sz="2600" dirty="0"/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de-DE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DE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BBF559-6F44-8DE4-35FB-FB8AF281CC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E6745-8E61-0E4E-CBDB-9D3EC9CA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6171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AEA11-22CD-E386-94C6-DAB4CB19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9369-FB6B-41DF-A9C7-977BF7B3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94945-E694-0A8C-469A-0C2A1B08F1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a</a:t>
                </a:r>
                <a:r>
                  <a:rPr lang="en-DE" dirty="0"/>
                  <a:t>veraging losses </a:t>
                </a:r>
                <a:r>
                  <a:rPr lang="en-DE"/>
                  <a:t>over empirical </a:t>
                </a:r>
                <a:r>
                  <a:rPr lang="en-DE" dirty="0"/>
                  <a:t>training data set: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GB" dirty="0"/>
                  <a:t>c</a:t>
                </a:r>
                <a:r>
                  <a:rPr lang="en-DE" dirty="0"/>
                  <a:t>ost function to be minimized according to model parameters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endParaRPr lang="en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DE" dirty="0">
                    <a:sym typeface="Wingdings" pitchFamily="2" charset="2"/>
                  </a:rPr>
                  <a:t> objective function</a:t>
                </a:r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94945-E694-0A8C-469A-0C2A1B08F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CB90B-B030-56D5-18F0-E79822C1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5944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CF78-256C-97D1-B23F-ACF29DA6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90BE2-6879-4439-9C1B-73130756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Cost 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A7C25D-7433-AF3A-BB24-51178956E5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m</a:t>
                </a:r>
                <a:r>
                  <a:rPr lang="en-DE" sz="2600" dirty="0"/>
                  <a:t>inimize training costs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DE" sz="2600" dirty="0"/>
                  <a:t> according to model parameters </a:t>
                </a:r>
                <a14:m>
                  <m:oMath xmlns:m="http://schemas.openxmlformats.org/officeDocument/2006/math">
                    <m:r>
                      <a:rPr lang="de-DE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DE" sz="2600" dirty="0"/>
                  <a:t>:</a:t>
                </a:r>
                <a:endParaRPr lang="en-DE" sz="1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600" dirty="0"/>
                  <a:t>	</a:t>
                </a:r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f</a:t>
                </a:r>
                <a:r>
                  <a:rPr lang="en-DE" sz="2600" dirty="0"/>
                  <a:t>or mean squared error</a:t>
                </a:r>
                <a:r>
                  <a:rPr lang="en-GB" sz="2600" dirty="0"/>
                  <a:t> (aka least squares method)</a:t>
                </a:r>
                <a:r>
                  <a:rPr lang="en-DE" sz="2600" dirty="0"/>
                  <a:t>:</a:t>
                </a:r>
                <a:endParaRPr lang="en-DE" sz="1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6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de-DE" sz="2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DE" sz="2600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A7C25D-7433-AF3A-BB24-51178956E5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31C96-7E78-84A2-8507-DB47BC4F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01309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414F-11C2-BCCE-F387-4D57F2D8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5CD2-2C81-0690-1A89-81D61EC3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9C1FC-77AE-C11F-AB9B-1CCFAE940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39819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typically</a:t>
                </a:r>
                <a:r>
                  <a:rPr lang="en-DE" sz="2400" dirty="0"/>
                  <a:t> no closed-form solution to minimization of cost function: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400" dirty="0">
                  <a:sym typeface="Wingdings" pitchFamily="2" charset="2"/>
                </a:endParaRPr>
              </a:p>
              <a:p>
                <a:pPr>
                  <a:buFont typeface="Wingdings" pitchFamily="2" charset="2"/>
                  <a:buChar char="à"/>
                </a:pPr>
                <a:r>
                  <a:rPr lang="en-DE" sz="2400" dirty="0">
                    <a:sym typeface="Wingdings" pitchFamily="2" charset="2"/>
                  </a:rPr>
                  <a:t> need for numerical methods</a:t>
                </a: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DE" sz="2400" dirty="0">
                    <a:sym typeface="Wingdings" pitchFamily="2" charset="2"/>
                  </a:rPr>
                  <a:t>popular choice: </a:t>
                </a:r>
                <a:r>
                  <a:rPr lang="en-GB" sz="2400" dirty="0">
                    <a:sym typeface="Wingdings" pitchFamily="2" charset="2"/>
                  </a:rPr>
                  <a:t>g</a:t>
                </a:r>
                <a:r>
                  <a:rPr lang="en-DE" sz="2400" dirty="0">
                    <a:sym typeface="Wingdings" pitchFamily="2" charset="2"/>
                  </a:rPr>
                  <a:t>radient descent</a:t>
                </a:r>
              </a:p>
              <a:p>
                <a:pPr marL="0" indent="0">
                  <a:buNone/>
                </a:pPr>
                <a:r>
                  <a:rPr lang="en-GB" sz="2400" dirty="0">
                    <a:sym typeface="Wingdings" pitchFamily="2" charset="2"/>
                  </a:rPr>
                  <a:t>iteratively m</a:t>
                </a:r>
                <a:r>
                  <a:rPr lang="en-DE" sz="2400" dirty="0">
                    <a:sym typeface="Wingdings" pitchFamily="2" charset="2"/>
                  </a:rPr>
                  <a:t>oving in direction of steepest descent</a:t>
                </a:r>
                <a:r>
                  <a:rPr lang="de-DE" sz="2400" dirty="0">
                    <a:sym typeface="Wingdings" pitchFamily="2" charset="2"/>
                  </a:rPr>
                  <a:t> (</a:t>
                </a:r>
                <a:r>
                  <a:rPr lang="en-DE" sz="2400" dirty="0">
                    <a:sym typeface="Wingdings" pitchFamily="2" charset="2"/>
                  </a:rPr>
                  <a:t>negative gradient</a:t>
                </a:r>
                <a:r>
                  <a:rPr lang="de-DE" sz="2400" dirty="0">
                    <a:sym typeface="Wingdings" pitchFamily="2" charset="2"/>
                  </a:rPr>
                  <a:t>)</a:t>
                </a:r>
                <a:r>
                  <a:rPr lang="en-DE" sz="2400" dirty="0">
                    <a:sym typeface="Wingdings" pitchFamily="2" charset="2"/>
                  </a:rPr>
                  <a:t>: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9C1FC-77AE-C11F-AB9B-1CCFAE940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398193" cy="4351338"/>
              </a:xfrm>
              <a:blipFill>
                <a:blip r:embed="rId2"/>
                <a:stretch>
                  <a:fillRect l="-1372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11602-9C3D-A071-FD1B-23D2C0BF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23</a:t>
            </a:fld>
            <a:endParaRPr lang="en-DE"/>
          </a:p>
        </p:txBody>
      </p:sp>
      <p:pic>
        <p:nvPicPr>
          <p:cNvPr id="7" name="Picture 6" descr="Chart, surface chart&#10;&#10;Description automatically generated">
            <a:extLst>
              <a:ext uri="{FF2B5EF4-FFF2-40B4-BE49-F238E27FC236}">
                <a16:creationId xmlns:a16="http://schemas.microsoft.com/office/drawing/2014/main" id="{A381A97C-0D9F-1233-3FBE-C1BC7F100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88343" y="3890455"/>
            <a:ext cx="3750087" cy="2545491"/>
          </a:xfrm>
          <a:prstGeom prst="rect">
            <a:avLst/>
          </a:prstGeom>
        </p:spPr>
      </p:pic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E1A38A98-0CED-BDB4-C0E4-F0398663E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393" y="854739"/>
            <a:ext cx="3902037" cy="28819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C82B48-760E-C7A2-0E3D-AD57903A0580}"/>
              </a:ext>
            </a:extLst>
          </p:cNvPr>
          <p:cNvSpPr txBox="1"/>
          <p:nvPr/>
        </p:nvSpPr>
        <p:spPr>
          <a:xfrm>
            <a:off x="2228193" y="4984252"/>
            <a:ext cx="1994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</a:t>
            </a:r>
            <a:r>
              <a:rPr lang="en-DE" sz="2400" dirty="0"/>
              <a:t>tep size (</a:t>
            </a:r>
            <a:r>
              <a:rPr lang="en-GB" sz="2400" dirty="0"/>
              <a:t>l</a:t>
            </a:r>
            <a:r>
              <a:rPr lang="en-DE" sz="2400" dirty="0"/>
              <a:t>earning rate)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A43D22-2854-C14B-442A-518D57A8B47B}"/>
              </a:ext>
            </a:extLst>
          </p:cNvPr>
          <p:cNvCxnSpPr>
            <a:cxnSpLocks/>
          </p:cNvCxnSpPr>
          <p:nvPr/>
        </p:nvCxnSpPr>
        <p:spPr>
          <a:xfrm flipV="1">
            <a:off x="3563007" y="4572780"/>
            <a:ext cx="1145627" cy="509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8A98EB-F486-C2EB-9887-D220984E6A5F}"/>
              </a:ext>
            </a:extLst>
          </p:cNvPr>
          <p:cNvSpPr txBox="1"/>
          <p:nvPr/>
        </p:nvSpPr>
        <p:spPr>
          <a:xfrm>
            <a:off x="4413642" y="5040539"/>
            <a:ext cx="382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</a:t>
            </a:r>
            <a:r>
              <a:rPr lang="en-DE" dirty="0"/>
              <a:t>ector containing all partial derivatives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51CA1E-11C8-24C6-C49A-8958A2988C58}"/>
              </a:ext>
            </a:extLst>
          </p:cNvPr>
          <p:cNvCxnSpPr>
            <a:cxnSpLocks/>
          </p:cNvCxnSpPr>
          <p:nvPr/>
        </p:nvCxnSpPr>
        <p:spPr>
          <a:xfrm flipV="1">
            <a:off x="5014021" y="4677103"/>
            <a:ext cx="0" cy="405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6E224D5-1DEC-F2F7-1AE7-F20F8D01E5DA}"/>
              </a:ext>
            </a:extLst>
          </p:cNvPr>
          <p:cNvSpPr txBox="1"/>
          <p:nvPr/>
        </p:nvSpPr>
        <p:spPr>
          <a:xfrm>
            <a:off x="11458836" y="3665117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8A8E21-F4EB-12BE-70B8-4C89D90A0605}"/>
              </a:ext>
            </a:extLst>
          </p:cNvPr>
          <p:cNvSpPr txBox="1"/>
          <p:nvPr/>
        </p:nvSpPr>
        <p:spPr>
          <a:xfrm>
            <a:off x="7823525" y="4133318"/>
            <a:ext cx="157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</a:t>
            </a:r>
            <a:r>
              <a:rPr lang="en-DE" dirty="0"/>
              <a:t>ocal minimum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37612-F7DC-6CE5-53D1-EFF3CBD90697}"/>
              </a:ext>
            </a:extLst>
          </p:cNvPr>
          <p:cNvSpPr txBox="1"/>
          <p:nvPr/>
        </p:nvSpPr>
        <p:spPr>
          <a:xfrm>
            <a:off x="10981267" y="4249615"/>
            <a:ext cx="115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</a:t>
            </a:r>
            <a:r>
              <a:rPr lang="en-DE" dirty="0"/>
              <a:t>lobal minimum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A0A7BF8-C044-832F-CC75-16B8215D7377}"/>
              </a:ext>
            </a:extLst>
          </p:cNvPr>
          <p:cNvCxnSpPr/>
          <p:nvPr/>
        </p:nvCxnSpPr>
        <p:spPr>
          <a:xfrm>
            <a:off x="8610600" y="4572780"/>
            <a:ext cx="449940" cy="763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756089E-0DC2-5014-297C-211945C8714F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0899890" y="4895946"/>
            <a:ext cx="659959" cy="804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39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F16FEB-005B-4365-D67C-8FB7C804F3D6}"/>
              </a:ext>
            </a:extLst>
          </p:cNvPr>
          <p:cNvSpPr/>
          <p:nvPr/>
        </p:nvSpPr>
        <p:spPr>
          <a:xfrm>
            <a:off x="5127544" y="2281980"/>
            <a:ext cx="1072683" cy="42351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59A9B-43F1-6828-A55D-B8946C485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264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DE" sz="2400" dirty="0"/>
                  <a:t>add </a:t>
                </a:r>
                <a:r>
                  <a:rPr lang="en-DE" sz="2400" b="1" dirty="0"/>
                  <a:t>penalty term</a:t>
                </a:r>
                <a:r>
                  <a:rPr lang="en-DE" sz="2400" dirty="0"/>
                  <a:t> on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400" dirty="0"/>
                  <a:t>norm to cost function</a:t>
                </a: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GB" sz="2400" dirty="0"/>
                  <a:t>	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aka </a:t>
                </a:r>
                <a:r>
                  <a:rPr lang="en-GB" sz="2400" b="1" dirty="0"/>
                  <a:t>w</a:t>
                </a:r>
                <a:r>
                  <a:rPr lang="en-DE" sz="2400" b="1" dirty="0"/>
                  <a:t>eight decay</a:t>
                </a:r>
                <a:r>
                  <a:rPr lang="en-DE" sz="2400" dirty="0"/>
                  <a:t> </a:t>
                </a:r>
                <a:r>
                  <a:rPr lang="en-GB" sz="2400" dirty="0"/>
                  <a:t>in </a:t>
                </a:r>
                <a:r>
                  <a:rPr lang="en-DE" sz="2400" dirty="0"/>
                  <a:t>neural networks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corresponds to imposing constraint on parameters to lie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 region (size controlled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2400" dirty="0"/>
                  <a:t>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goal: reduce overfitting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59A9B-43F1-6828-A55D-B8946C485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26400" cy="4351338"/>
              </a:xfrm>
              <a:blipFill>
                <a:blip r:embed="rId2"/>
                <a:stretch>
                  <a:fillRect l="-1266" t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FE75F7-5391-7309-EAAE-E2CC19916A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D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DE" dirty="0"/>
                  <a:t> Regularization (Ridge Regression)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FE75F7-5391-7309-EAAE-E2CC19916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E6C35-9946-346B-1491-7CF0F93B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4FF7-4194-DC4A-997C-EF4C65C96866}" type="slidenum">
              <a:rPr lang="en-DE" smtClean="0"/>
              <a:t>24</a:t>
            </a:fld>
            <a:endParaRPr lang="en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607F70-DB94-E3A4-9C21-845042D375B6}"/>
              </a:ext>
            </a:extLst>
          </p:cNvPr>
          <p:cNvSpPr txBox="1"/>
          <p:nvPr/>
        </p:nvSpPr>
        <p:spPr>
          <a:xfrm>
            <a:off x="6747516" y="2720972"/>
            <a:ext cx="2971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hyperparameter controlling strength of regularization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915AF1-2E35-7C0C-1A2A-6AE6979D378E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276193" y="2617076"/>
            <a:ext cx="1471323" cy="42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92BE184-17EE-226A-FC0B-C92B251C851C}"/>
              </a:ext>
            </a:extLst>
          </p:cNvPr>
          <p:cNvSpPr txBox="1"/>
          <p:nvPr/>
        </p:nvSpPr>
        <p:spPr>
          <a:xfrm>
            <a:off x="10821282" y="588362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9BDF090-ED9E-25B6-9B10-AA53CEE3B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0600" y="3347586"/>
            <a:ext cx="3386010" cy="283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77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8612-70FA-5E78-3E4E-A564628B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Classification: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11B8-5EEE-3602-A460-9F29BB6C2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binary classification: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anose="05000000000000000000" pitchFamily="2" charset="2"/>
                  </a:rPr>
                  <a:t> </a:t>
                </a:r>
                <a:r>
                  <a:rPr lang="de-DE" dirty="0"/>
                  <a:t>predict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en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ogit</a:t>
                </a:r>
                <a:r>
                  <a:rPr lang="en-DE" dirty="0"/>
                  <a:t> (log-odds)</a:t>
                </a:r>
                <a:r>
                  <a:rPr lang="en-GB" dirty="0"/>
                  <a:t> as link function</a:t>
                </a:r>
                <a:endParaRPr lang="en-DE" i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DE" dirty="0"/>
                  <a:t> following Bernoulli distribution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logit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DE" sz="2800" baseline="-25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11B8-5EEE-3602-A460-9F29BB6C2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D652-7C68-6754-9D60-DFB308E9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25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33469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66D1-339D-CD20-AF3A-1A820DB0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Multi-Classification: </a:t>
            </a:r>
            <a:r>
              <a:rPr lang="en-GB" dirty="0" err="1"/>
              <a:t>Softmax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B9C67-823D-7EB6-C7C1-F9A4A736E7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for </a:t>
                </a:r>
                <a:r>
                  <a:rPr lang="en-GB" sz="2800" dirty="0"/>
                  <a:t>classification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800" dirty="0"/>
                  <a:t> categories: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r>
                  <a:rPr lang="en-GB" dirty="0"/>
                  <a:t>u</a:t>
                </a:r>
                <a:r>
                  <a:rPr lang="en-GB" sz="2800" dirty="0"/>
                  <a:t>se “score” function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800" dirty="0"/>
                  <a:t> outputs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and convert into probabilities by means of</a:t>
                </a:r>
                <a:r>
                  <a:rPr lang="en-GB" sz="2800" dirty="0"/>
                  <a:t> </a:t>
                </a:r>
                <a:r>
                  <a:rPr lang="en-GB" sz="2800" dirty="0" err="1"/>
                  <a:t>softmax</a:t>
                </a:r>
                <a:r>
                  <a:rPr lang="en-GB" sz="2800" dirty="0"/>
                  <a:t> function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B9C67-823D-7EB6-C7C1-F9A4A736E7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FA36C-2F2D-D995-3157-3F628822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06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4281-B504-483C-A85A-BE3BE45E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Generalized</a:t>
            </a:r>
            <a:r>
              <a:rPr lang="de-DE" dirty="0"/>
              <a:t> Linear Models (GLMs)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BCA55-171D-59B1-FCAC-5D804621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27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931139-ABF1-8948-B63C-A4426FDCA857}"/>
                  </a:ext>
                </a:extLst>
              </p:cNvPr>
              <p:cNvSpPr txBox="1"/>
              <p:nvPr/>
            </p:nvSpPr>
            <p:spPr>
              <a:xfrm>
                <a:off x="838200" y="3329603"/>
                <a:ext cx="4301360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600" dirty="0"/>
                  <a:t>l</a:t>
                </a:r>
                <a:r>
                  <a:rPr lang="en-DE" sz="2600" dirty="0"/>
                  <a:t>ink </a:t>
                </a:r>
                <a:r>
                  <a:rPr lang="en-DE" sz="2600"/>
                  <a:t>function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DE" sz="2600"/>
                  <a:t>:</a:t>
                </a:r>
                <a:endParaRPr lang="en-DE" sz="26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DE" sz="2600" dirty="0"/>
                  <a:t>linking range of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de-DE" sz="2600" dirty="0"/>
                  <a:t> </a:t>
                </a:r>
                <a:r>
                  <a:rPr lang="en-DE" sz="2600" dirty="0"/>
                  <a:t>to linear predictor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600" dirty="0"/>
                  <a:t>c</a:t>
                </a:r>
                <a:r>
                  <a:rPr lang="en-DE" sz="2600" dirty="0"/>
                  <a:t>anonical forms for different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de-DE" sz="2600" dirty="0"/>
                  <a:t> </a:t>
                </a:r>
                <a:r>
                  <a:rPr lang="en-DE" sz="2600" dirty="0"/>
                  <a:t>distributions</a:t>
                </a:r>
                <a:endParaRPr lang="de-DE" sz="2600" dirty="0"/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lang="de-DE" sz="2600" dirty="0"/>
                  <a:t> </a:t>
                </a:r>
                <a:r>
                  <a:rPr lang="en-DE" sz="2600"/>
                  <a:t>for Poisson</a:t>
                </a:r>
                <a:endParaRPr lang="de-DE" sz="2600" dirty="0"/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DE" sz="2600"/>
                  <a:t>identity </a:t>
                </a:r>
                <a:r>
                  <a:rPr lang="en-DE" sz="2600" dirty="0"/>
                  <a:t>for Gaussian </a:t>
                </a:r>
                <a:r>
                  <a:rPr lang="en-DE" sz="2600" dirty="0">
                    <a:sym typeface="Wingdings" pitchFamily="2" charset="2"/>
                  </a:rPr>
                  <a:t> linear </a:t>
                </a:r>
                <a:r>
                  <a:rPr lang="en-DE" sz="2600">
                    <a:sym typeface="Wingdings" pitchFamily="2" charset="2"/>
                  </a:rPr>
                  <a:t>regression</a:t>
                </a:r>
                <a:r>
                  <a:rPr lang="en-DE" sz="2600"/>
                  <a:t>)</a:t>
                </a:r>
                <a:endParaRPr lang="en-DE" sz="2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931139-ABF1-8948-B63C-A4426FDCA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29603"/>
                <a:ext cx="4301360" cy="3293209"/>
              </a:xfrm>
              <a:prstGeom prst="rect">
                <a:avLst/>
              </a:prstGeom>
              <a:blipFill>
                <a:blip r:embed="rId2"/>
                <a:stretch>
                  <a:fillRect l="-2655" t="-1923" r="-3835" b="-384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829B18-8482-459B-14EB-217152DEE90B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988880" y="2707059"/>
            <a:ext cx="163568" cy="622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B82FA6-C31C-EAED-7999-1CD63230F622}"/>
                  </a:ext>
                </a:extLst>
              </p:cNvPr>
              <p:cNvSpPr txBox="1"/>
              <p:nvPr/>
            </p:nvSpPr>
            <p:spPr>
              <a:xfrm>
                <a:off x="6279602" y="3576145"/>
                <a:ext cx="5519901" cy="1313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DE" sz="2600" dirty="0"/>
                  <a:t> following probability distribution from exponential family (e.g., Poisson or Gaussian)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B82FA6-C31C-EAED-7999-1CD63230F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602" y="3576145"/>
                <a:ext cx="5519901" cy="1313501"/>
              </a:xfrm>
              <a:prstGeom prst="rect">
                <a:avLst/>
              </a:prstGeom>
              <a:blipFill>
                <a:blip r:embed="rId3"/>
                <a:stretch>
                  <a:fillRect l="-2064" t="-4808" r="-2523" b="-96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C20F7E-3D8A-813D-EA54-8155F52DC914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3993931" y="2707059"/>
            <a:ext cx="2285671" cy="1525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9B1086-EC58-AE9B-C0AD-81F07DEBC880}"/>
                  </a:ext>
                </a:extLst>
              </p:cNvPr>
              <p:cNvSpPr txBox="1"/>
              <p:nvPr/>
            </p:nvSpPr>
            <p:spPr>
              <a:xfrm>
                <a:off x="2222608" y="1862793"/>
                <a:ext cx="6147237" cy="11374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6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DE" sz="2600" baseline="-25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9B1086-EC58-AE9B-C0AD-81F07DEBC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608" y="1862793"/>
                <a:ext cx="6147237" cy="1137491"/>
              </a:xfrm>
              <a:prstGeom prst="rect">
                <a:avLst/>
              </a:prstGeom>
              <a:blipFill>
                <a:blip r:embed="rId4"/>
                <a:stretch>
                  <a:fillRect t="-115385" b="-17033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837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5619-F36C-BFC3-9B56-E97A05DA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Multiplicative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0AFF89D-7A09-049B-5C40-9BB5A322CD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DE" dirty="0"/>
                  <a:t>count data: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de-DE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 ∞)</m:t>
                    </m:r>
                  </m:oMath>
                </a14:m>
                <a:endParaRPr lang="en-DE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DE" dirty="0"/>
                  <a:t> follows Poisson (or negative binomial / Poisson-gamma) distribution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</a:t>
                </a:r>
                <a:r>
                  <a:rPr lang="en-DE" dirty="0"/>
                  <a:t>og-linear model (Gaussian errors in fit, Poisson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dirty="0"/>
                  <a:t> predicted):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f</a:t>
                </a:r>
                <a:r>
                  <a:rPr lang="en-DE" dirty="0"/>
                  <a:t>urther advantage: usually multiplicative effects for count data, i.e.,</a:t>
                </a:r>
                <a:r>
                  <a:rPr lang="en-GB" dirty="0"/>
                  <a:t> variation</a:t>
                </a:r>
                <a:r>
                  <a:rPr lang="en-DE" dirty="0"/>
                  <a:t> proportional</a:t>
                </a:r>
                <a:r>
                  <a:rPr lang="en-GB" dirty="0"/>
                  <a:t> to level</a:t>
                </a:r>
                <a:r>
                  <a:rPr lang="en-DE" dirty="0"/>
                  <a:t> (small effects for small counts, large effects for large counts)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0AFF89D-7A09-049B-5C40-9BB5A322C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35A08-90EB-704E-4100-3BFB2DB1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28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21F5FD-2F4D-072A-6A68-B57D207C4CF4}"/>
                  </a:ext>
                </a:extLst>
              </p:cNvPr>
              <p:cNvSpPr txBox="1"/>
              <p:nvPr/>
            </p:nvSpPr>
            <p:spPr>
              <a:xfrm>
                <a:off x="1469711" y="3604587"/>
                <a:ext cx="4721773" cy="11374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DE" sz="2600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21F5FD-2F4D-072A-6A68-B57D207C4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711" y="3604587"/>
                <a:ext cx="4721773" cy="11374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7B4245-A2A2-D996-D240-B96F7E4F16CE}"/>
                  </a:ext>
                </a:extLst>
              </p:cNvPr>
              <p:cNvSpPr txBox="1"/>
              <p:nvPr/>
            </p:nvSpPr>
            <p:spPr>
              <a:xfrm>
                <a:off x="2632420" y="4481318"/>
                <a:ext cx="54303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2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7B4245-A2A2-D996-D240-B96F7E4F1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20" y="4481318"/>
                <a:ext cx="543033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0FC17793-8D20-5843-4EAA-1EDC332053D8}"/>
              </a:ext>
            </a:extLst>
          </p:cNvPr>
          <p:cNvSpPr/>
          <p:nvPr/>
        </p:nvSpPr>
        <p:spPr>
          <a:xfrm rot="16200000">
            <a:off x="2788072" y="3550494"/>
            <a:ext cx="226469" cy="181654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294BBD-CA3C-692B-2904-97A6E3B8E6E9}"/>
              </a:ext>
            </a:extLst>
          </p:cNvPr>
          <p:cNvSpPr txBox="1"/>
          <p:nvPr/>
        </p:nvSpPr>
        <p:spPr>
          <a:xfrm>
            <a:off x="7020913" y="3671392"/>
            <a:ext cx="1766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DE" dirty="0"/>
              <a:t>ingle parameter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452487-D7BA-A039-D5B7-5DC951310D64}"/>
              </a:ext>
            </a:extLst>
          </p:cNvPr>
          <p:cNvCxnSpPr/>
          <p:nvPr/>
        </p:nvCxnSpPr>
        <p:spPr>
          <a:xfrm flipH="1" flipV="1">
            <a:off x="7115503" y="3384325"/>
            <a:ext cx="105104" cy="312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33307F-50CA-B249-33E2-4099E01921DF}"/>
              </a:ext>
            </a:extLst>
          </p:cNvPr>
          <p:cNvSpPr txBox="1"/>
          <p:nvPr/>
        </p:nvSpPr>
        <p:spPr>
          <a:xfrm>
            <a:off x="0" y="4456604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link function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A285AB-3F98-ED8D-AF23-F5F095F76A56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677429" y="4234248"/>
            <a:ext cx="677429" cy="22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096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034219-2340-5C98-0D79-3D5E6A5A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455" y="4152368"/>
            <a:ext cx="3681769" cy="2677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14EB37-B50A-058B-AD36-0B2118646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455" y="1314065"/>
            <a:ext cx="3723896" cy="26726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93A1D2-34EB-5121-A580-28AD6BAF5875}"/>
              </a:ext>
            </a:extLst>
          </p:cNvPr>
          <p:cNvSpPr txBox="1"/>
          <p:nvPr/>
        </p:nvSpPr>
        <p:spPr>
          <a:xfrm>
            <a:off x="8687580" y="4685910"/>
            <a:ext cx="266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monotonic requirements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7EAE46-31A5-00F3-BE59-376D8ED8A328}"/>
              </a:ext>
            </a:extLst>
          </p:cNvPr>
          <p:cNvSpPr txBox="1"/>
          <p:nvPr/>
        </p:nvSpPr>
        <p:spPr>
          <a:xfrm>
            <a:off x="9158016" y="1632566"/>
            <a:ext cx="2370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sinusoidal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0C52-BBD9-7EB8-8537-1B46C4C4B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5941541" cy="6702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DE" dirty="0"/>
              <a:t>blending of Generalized Linear Models and additive models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0A75A-BE5D-DDCF-0005-73B4261A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29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F9EE4-A992-F276-B66F-9C66492BF2E7}"/>
              </a:ext>
            </a:extLst>
          </p:cNvPr>
          <p:cNvSpPr txBox="1"/>
          <p:nvPr/>
        </p:nvSpPr>
        <p:spPr>
          <a:xfrm>
            <a:off x="1008994" y="3961026"/>
            <a:ext cx="62567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400" dirty="0"/>
              <a:t>smooth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</a:t>
            </a:r>
            <a:r>
              <a:rPr lang="en-DE" sz="2400" dirty="0"/>
              <a:t>otentially non-parametric form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d</a:t>
            </a:r>
            <a:r>
              <a:rPr lang="en-DE" sz="2400" dirty="0"/>
              <a:t>escribe non-linear effects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estimated, e.g., via b</a:t>
            </a:r>
            <a:r>
              <a:rPr lang="en-DE" sz="2400" dirty="0"/>
              <a:t>ackfitting algorithm</a:t>
            </a: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extension: a</a:t>
            </a:r>
            <a:r>
              <a:rPr lang="en-DE" sz="2400" dirty="0"/>
              <a:t>dd interaction terms between different features</a:t>
            </a:r>
            <a:r>
              <a:rPr lang="en-GB" sz="2400" dirty="0"/>
              <a:t> (</a:t>
            </a:r>
            <a:r>
              <a:rPr lang="en-DE" sz="2400" dirty="0"/>
              <a:t>e.g., different holiday effects for different products</a:t>
            </a:r>
            <a:r>
              <a:rPr lang="en-GB" sz="2400" dirty="0"/>
              <a:t>)</a:t>
            </a:r>
            <a:endParaRPr lang="en-DE" sz="2400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E5AD5-F83B-7EE9-C3C6-186DFCD95A11}"/>
              </a:ext>
            </a:extLst>
          </p:cNvPr>
          <p:cNvSpPr txBox="1"/>
          <p:nvPr/>
        </p:nvSpPr>
        <p:spPr>
          <a:xfrm>
            <a:off x="10246423" y="788661"/>
            <a:ext cx="1763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plots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en-GB" sz="1800" dirty="0">
                <a:hlinkClick r:id="rId4"/>
              </a:rPr>
              <a:t>Cyclic Boosting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2FA456-364B-33E6-5DBD-F00AEA76016F}"/>
                  </a:ext>
                </a:extLst>
              </p:cNvPr>
              <p:cNvSpPr txBox="1"/>
              <p:nvPr/>
            </p:nvSpPr>
            <p:spPr>
              <a:xfrm>
                <a:off x="1008994" y="2444569"/>
                <a:ext cx="4719144" cy="11374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DE" sz="2600" baseline="-25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2FA456-364B-33E6-5DBD-F00AEA760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94" y="2444569"/>
                <a:ext cx="4719144" cy="1137491"/>
              </a:xfrm>
              <a:prstGeom prst="rect">
                <a:avLst/>
              </a:prstGeom>
              <a:blipFill>
                <a:blip r:embed="rId5"/>
                <a:stretch>
                  <a:fillRect l="-2145" t="-115385" b="-17033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735773-370E-74D3-3367-0349760DE89B}"/>
              </a:ext>
            </a:extLst>
          </p:cNvPr>
          <p:cNvCxnSpPr>
            <a:stCxn id="7" idx="0"/>
          </p:cNvCxnSpPr>
          <p:nvPr/>
        </p:nvCxnSpPr>
        <p:spPr>
          <a:xfrm flipV="1">
            <a:off x="4137384" y="3146854"/>
            <a:ext cx="681751" cy="81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08CF522-99CA-DD1B-2D16-17D022D5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Generalized</a:t>
            </a:r>
            <a:r>
              <a:rPr lang="de-DE" dirty="0"/>
              <a:t> Additive Models (GAMs)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31062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E32B-B96C-8076-8FC4-C3BCCF27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Quantile Regression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AD419-AC89-4051-EDB9-A898F5F5BC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DE" sz="2800"/>
                  <a:t>estimate </a:t>
                </a:r>
                <a:r>
                  <a:rPr lang="en-DE" sz="2800" dirty="0"/>
                  <a:t>quantile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DE" sz="2800" dirty="0"/>
                  <a:t> of distribution instead of conditional mean by </a:t>
                </a:r>
                <a:r>
                  <a:rPr lang="en-GB" sz="2800" dirty="0"/>
                  <a:t>minimizing pinball loss </a:t>
                </a:r>
                <a:r>
                  <a:rPr lang="en-DE"/>
                  <a:t>instead of squared error loss</a:t>
                </a:r>
                <a:r>
                  <a:rPr lang="en-GB" dirty="0"/>
                  <a:t> (choice of loss function defines point estimate)</a:t>
                </a:r>
                <a:r>
                  <a:rPr lang="en-GB" sz="2800" dirty="0"/>
                  <a:t>:</a:t>
                </a:r>
              </a:p>
              <a:p>
                <a:pPr marL="0" indent="0">
                  <a:buNone/>
                </a:pPr>
                <a:r>
                  <a:rPr lang="de-DE" sz="2800" dirty="0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DE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DE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28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GB" sz="280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p</a:t>
                </a:r>
                <a:r>
                  <a:rPr lang="en-DE" dirty="0"/>
                  <a:t>ossible with various ML methods, including neural networks and tree-based methods (like random forests or gradient boosting)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different options for prediction of full probability distribution:</a:t>
                </a:r>
              </a:p>
              <a:p>
                <a:r>
                  <a:rPr lang="en-GB" dirty="0"/>
                  <a:t>approximate from a few predicted quantiles by fitting (assumed distribution or spline) or </a:t>
                </a:r>
                <a:r>
                  <a:rPr lang="en-GB" dirty="0">
                    <a:hlinkClick r:id="rId2"/>
                  </a:rPr>
                  <a:t>quantile-parameterized distributions</a:t>
                </a:r>
                <a:endParaRPr lang="en-DE" sz="2800" dirty="0"/>
              </a:p>
              <a:p>
                <a:r>
                  <a:rPr lang="en-GB" dirty="0"/>
                  <a:t>PDF assumption for model and e</a:t>
                </a:r>
                <a:r>
                  <a:rPr lang="en-DE" dirty="0"/>
                  <a:t>stimation o</a:t>
                </a:r>
                <a:r>
                  <a:rPr lang="en-GB" dirty="0"/>
                  <a:t>f its parameters</a:t>
                </a:r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AD419-AC89-4051-EDB9-A898F5F5BC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086" t="-32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AF8E7-FB35-347F-9A1E-3B9BF131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30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8057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001D-3CA9-6B3B-47C1-E02457E0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DE" dirty="0"/>
              <a:t>-Nearest Neighbors</a:t>
            </a:r>
            <a:r>
              <a:rPr lang="de-DE" dirty="0"/>
              <a:t> (kNN)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Inhaltsplatzhalter 11">
                <a:extLst>
                  <a:ext uri="{FF2B5EF4-FFF2-40B4-BE49-F238E27FC236}">
                    <a16:creationId xmlns:a16="http://schemas.microsoft.com/office/drawing/2014/main" id="{39890740-5163-33FA-65B6-E6D2CBD10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297575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/>
                <a:r>
                  <a:rPr lang="en-DE" dirty="0"/>
                  <a:t>local method, instance-based learning</a:t>
                </a:r>
              </a:p>
              <a:p>
                <a:pPr marL="342900" indent="-342900"/>
                <a:r>
                  <a:rPr lang="en-DE" dirty="0"/>
                  <a:t>non-parametric</a:t>
                </a:r>
              </a:p>
              <a:p>
                <a:pPr marL="342900" indent="-342900"/>
                <a:r>
                  <a:rPr lang="en-GB" dirty="0"/>
                  <a:t>d</a:t>
                </a:r>
                <a:r>
                  <a:rPr lang="en-DE" dirty="0"/>
                  <a:t>istance defined by metric 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DE" dirty="0"/>
                  <a:t> (e.g., </a:t>
                </a:r>
                <a:r>
                  <a:rPr lang="en-DE"/>
                  <a:t>Euclidean)</a:t>
                </a:r>
                <a:endParaRPr lang="en-DE" dirty="0"/>
              </a:p>
            </p:txBody>
          </p:sp>
        </mc:Choice>
        <mc:Fallback xmlns="">
          <p:sp>
            <p:nvSpPr>
              <p:cNvPr id="12" name="Inhaltsplatzhalter 11">
                <a:extLst>
                  <a:ext uri="{FF2B5EF4-FFF2-40B4-BE49-F238E27FC236}">
                    <a16:creationId xmlns:a16="http://schemas.microsoft.com/office/drawing/2014/main" id="{39890740-5163-33FA-65B6-E6D2CBD10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297575"/>
              </a:xfrm>
              <a:blipFill>
                <a:blip r:embed="rId2"/>
                <a:stretch>
                  <a:fillRect l="-965" t="-11650" b="-48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23F438-3E9F-7B93-FC97-4849D187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7276C-CF35-D92F-8AD6-15CA36507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262" y="3265043"/>
            <a:ext cx="2743200" cy="3456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B71E11-5E87-7351-9709-647F01123120}"/>
              </a:ext>
            </a:extLst>
          </p:cNvPr>
          <p:cNvSpPr txBox="1"/>
          <p:nvPr/>
        </p:nvSpPr>
        <p:spPr>
          <a:xfrm>
            <a:off x="5085923" y="5463798"/>
            <a:ext cx="48962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low k: low bias but high variance</a:t>
            </a:r>
          </a:p>
          <a:p>
            <a:r>
              <a:rPr lang="en-GB" sz="2600" dirty="0"/>
              <a:t>high k: low variance but high 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E8D849-28A4-1FE7-0ACA-FBE8E879F2D9}"/>
                  </a:ext>
                </a:extLst>
              </p:cNvPr>
              <p:cNvSpPr txBox="1"/>
              <p:nvPr/>
            </p:nvSpPr>
            <p:spPr>
              <a:xfrm>
                <a:off x="5085923" y="3907244"/>
                <a:ext cx="2356874" cy="1089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DE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E8D849-28A4-1FE7-0ACA-FBE8E879F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923" y="3907244"/>
                <a:ext cx="2356874" cy="1089401"/>
              </a:xfrm>
              <a:prstGeom prst="rect">
                <a:avLst/>
              </a:prstGeom>
              <a:blipFill>
                <a:blip r:embed="rId4"/>
                <a:stretch>
                  <a:fillRect t="-93103" r="-8021" b="-1459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BED15-CB22-F5F2-421F-2B8E16E03A10}"/>
                  </a:ext>
                </a:extLst>
              </p:cNvPr>
              <p:cNvSpPr txBox="1"/>
              <p:nvPr/>
            </p:nvSpPr>
            <p:spPr>
              <a:xfrm>
                <a:off x="7495557" y="4038176"/>
                <a:ext cx="32974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w</a:t>
                </a:r>
                <a:r>
                  <a:rPr lang="en-DE" sz="2200" dirty="0"/>
                  <a:t>ith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DE" sz="2200" dirty="0"/>
                  <a:t> running over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200" dirty="0"/>
                  <a:t>nearest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DE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BED15-CB22-F5F2-421F-2B8E16E03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557" y="4038176"/>
                <a:ext cx="3297483" cy="769441"/>
              </a:xfrm>
              <a:prstGeom prst="rect">
                <a:avLst/>
              </a:prstGeom>
              <a:blipFill>
                <a:blip r:embed="rId5"/>
                <a:stretch>
                  <a:fillRect l="-2299" t="-4839" b="-145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B9014DB4-2077-5ACB-AF8D-59CC3237C8CE}"/>
              </a:ext>
            </a:extLst>
          </p:cNvPr>
          <p:cNvSpPr/>
          <p:nvPr/>
        </p:nvSpPr>
        <p:spPr>
          <a:xfrm>
            <a:off x="5139228" y="3940913"/>
            <a:ext cx="5653812" cy="10894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2D728-D8B2-B661-6601-96307E0AD75D}"/>
              </a:ext>
            </a:extLst>
          </p:cNvPr>
          <p:cNvSpPr txBox="1"/>
          <p:nvPr/>
        </p:nvSpPr>
        <p:spPr>
          <a:xfrm>
            <a:off x="5139228" y="3374910"/>
            <a:ext cx="15347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r</a:t>
            </a:r>
            <a:r>
              <a:rPr lang="en-DE" sz="2200" dirty="0"/>
              <a:t>egression:</a:t>
            </a:r>
          </a:p>
        </p:txBody>
      </p:sp>
    </p:spTree>
    <p:extLst>
      <p:ext uri="{BB962C8B-B14F-4D97-AF65-F5344CB8AC3E}">
        <p14:creationId xmlns:p14="http://schemas.microsoft.com/office/powerpoint/2010/main" val="2361111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id of numbers and equal to the number&#10;&#10;AI-generated content may be incorrect.">
            <a:extLst>
              <a:ext uri="{FF2B5EF4-FFF2-40B4-BE49-F238E27FC236}">
                <a16:creationId xmlns:a16="http://schemas.microsoft.com/office/drawing/2014/main" id="{FBBA1BD9-B2F2-6741-3D5F-2C7D83B49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04" y="3438666"/>
            <a:ext cx="11209991" cy="3299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03BBD8-8765-F982-4F56-8FAC481D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Image Classification with kNN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73E205D-9D96-1A11-C2CD-A634E9B5CE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choose an image distance, e.g., L1 distance: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73E205D-9D96-1A11-C2CD-A634E9B5CE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4CFF2-D089-C4C1-E1FB-1B7824AF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31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B38D2-D541-5B9E-6D51-D8F5B747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2F6A-082D-F062-6A7E-186021B6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Image Classification with kNN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BD973A-B76F-568A-A2E3-4717A9B6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33</a:t>
            </a:fld>
            <a:endParaRPr lang="en-GB"/>
          </a:p>
        </p:txBody>
      </p:sp>
      <p:pic>
        <p:nvPicPr>
          <p:cNvPr id="6" name="Picture 5" descr="A collage of different images&#10;&#10;AI-generated content may be incorrect.">
            <a:extLst>
              <a:ext uri="{FF2B5EF4-FFF2-40B4-BE49-F238E27FC236}">
                <a16:creationId xmlns:a16="http://schemas.microsoft.com/office/drawing/2014/main" id="{967E1670-181A-2B55-75DB-A2C2B516C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707" y="2280319"/>
            <a:ext cx="8928586" cy="348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4405BB-4AE6-3DE0-4435-2BA14D5E5E77}"/>
              </a:ext>
            </a:extLst>
          </p:cNvPr>
          <p:cNvSpPr txBox="1"/>
          <p:nvPr/>
        </p:nvSpPr>
        <p:spPr>
          <a:xfrm>
            <a:off x="6343465" y="1910987"/>
            <a:ext cx="4309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 nearest </a:t>
            </a:r>
            <a:r>
              <a:rPr lang="en-GB" dirty="0" err="1"/>
              <a:t>neighbors</a:t>
            </a:r>
            <a:r>
              <a:rPr lang="en-GB" dirty="0"/>
              <a:t> to some test images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D6788-AB58-0F4E-35CD-B90D5B84217D}"/>
              </a:ext>
            </a:extLst>
          </p:cNvPr>
          <p:cNvSpPr txBox="1"/>
          <p:nvPr/>
        </p:nvSpPr>
        <p:spPr>
          <a:xfrm>
            <a:off x="1972733" y="1910987"/>
            <a:ext cx="377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training examples CIFAR-10 data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52AAD-4C2D-6DDD-623F-1D148E35CDFB}"/>
              </a:ext>
            </a:extLst>
          </p:cNvPr>
          <p:cNvSpPr txBox="1"/>
          <p:nvPr/>
        </p:nvSpPr>
        <p:spPr>
          <a:xfrm>
            <a:off x="139022" y="3838853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 classes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54ED28BA-EA2E-6F0F-A0FC-98B49E1CB8F2}"/>
              </a:ext>
            </a:extLst>
          </p:cNvPr>
          <p:cNvSpPr/>
          <p:nvPr/>
        </p:nvSpPr>
        <p:spPr>
          <a:xfrm>
            <a:off x="1380067" y="2438400"/>
            <a:ext cx="338666" cy="32173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342E7-CBD6-EC0F-8583-E99C7A785980}"/>
              </a:ext>
            </a:extLst>
          </p:cNvPr>
          <p:cNvSpPr txBox="1"/>
          <p:nvPr/>
        </p:nvSpPr>
        <p:spPr>
          <a:xfrm>
            <a:off x="6265333" y="5876868"/>
            <a:ext cx="5856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better than random guessing, but also not very impressive</a:t>
            </a:r>
          </a:p>
        </p:txBody>
      </p:sp>
    </p:spTree>
    <p:extLst>
      <p:ext uri="{BB962C8B-B14F-4D97-AF65-F5344CB8AC3E}">
        <p14:creationId xmlns:p14="http://schemas.microsoft.com/office/powerpoint/2010/main" val="3959565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ABEF-B812-C664-447A-B3DA59B3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</a:t>
            </a:r>
            <a:endParaRPr lang="en-DE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CB602CC-265E-1940-BCB3-8C532B94B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5999" cy="24517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064B7-EEBF-AE1A-4F6D-331E07A3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34</a:t>
            </a:fld>
            <a:endParaRPr lang="en-DE"/>
          </a:p>
        </p:txBody>
      </p:sp>
      <p:pic>
        <p:nvPicPr>
          <p:cNvPr id="13" name="Picture 12" descr="Chart&#10;&#10;Description automatically generated">
            <a:extLst>
              <a:ext uri="{FF2B5EF4-FFF2-40B4-BE49-F238E27FC236}">
                <a16:creationId xmlns:a16="http://schemas.microsoft.com/office/drawing/2014/main" id="{AA8E8A1B-B8ED-50A4-D2CB-E5339C70B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188" y="2708225"/>
            <a:ext cx="4769625" cy="35772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54C233-9F06-39AB-63B9-4A54CE4A1A72}"/>
              </a:ext>
            </a:extLst>
          </p:cNvPr>
          <p:cNvSpPr txBox="1"/>
          <p:nvPr/>
        </p:nvSpPr>
        <p:spPr>
          <a:xfrm>
            <a:off x="10237077" y="2548713"/>
            <a:ext cx="177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hyperparameter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E32039-99A9-ECDD-3D82-1D32F38B24BF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1122573" y="2918045"/>
            <a:ext cx="138551" cy="419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211FFDD-CE16-9704-0AED-CE0DFEC030E3}"/>
              </a:ext>
            </a:extLst>
          </p:cNvPr>
          <p:cNvSpPr txBox="1"/>
          <p:nvPr/>
        </p:nvSpPr>
        <p:spPr>
          <a:xfrm>
            <a:off x="10736793" y="6158384"/>
            <a:ext cx="806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scikit-learn</a:t>
            </a:r>
            <a:endParaRPr lang="de-DE" sz="1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41C07-F7D0-E747-D10E-FE095CA9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50" y="2294623"/>
            <a:ext cx="6967238" cy="3882339"/>
          </a:xfrm>
        </p:spPr>
        <p:txBody>
          <a:bodyPr>
            <a:normAutofit/>
          </a:bodyPr>
          <a:lstStyle/>
          <a:p>
            <a:r>
              <a:rPr lang="en-GB" sz="2600" dirty="0">
                <a:sym typeface="Wingdings" pitchFamily="2" charset="2"/>
              </a:rPr>
              <a:t>non-parametric learning of simple decision rules</a:t>
            </a:r>
          </a:p>
          <a:p>
            <a:r>
              <a:rPr lang="en-GB" sz="2600" dirty="0">
                <a:sym typeface="Wingdings" pitchFamily="2" charset="2"/>
              </a:rPr>
              <a:t>u</a:t>
            </a:r>
            <a:r>
              <a:rPr lang="en-DE" sz="2600" dirty="0">
                <a:sym typeface="Wingdings" pitchFamily="2" charset="2"/>
              </a:rPr>
              <a:t>sually, binary trees</a:t>
            </a:r>
            <a:endParaRPr lang="en-DE" sz="2600" dirty="0"/>
          </a:p>
          <a:p>
            <a:r>
              <a:rPr lang="en-GB" sz="2600" dirty="0"/>
              <a:t>a</a:t>
            </a:r>
            <a:r>
              <a:rPr lang="en-DE" sz="2600" dirty="0"/>
              <a:t>xis-parallel decision boundaries (box-shaped regions in feature space)</a:t>
            </a:r>
          </a:p>
          <a:p>
            <a:r>
              <a:rPr lang="en-GB" sz="2600" dirty="0"/>
              <a:t>fit constant </a:t>
            </a:r>
            <a:r>
              <a:rPr lang="en-DE"/>
              <a:t>in </a:t>
            </a:r>
            <a:r>
              <a:rPr lang="en-DE" dirty="0"/>
              <a:t>each box</a:t>
            </a:r>
            <a:endParaRPr lang="en-GB" sz="2600" dirty="0"/>
          </a:p>
          <a:p>
            <a:pPr lvl="1"/>
            <a:r>
              <a:rPr lang="en-GB" sz="2200" dirty="0"/>
              <a:t>c</a:t>
            </a:r>
            <a:r>
              <a:rPr lang="en-DE" sz="2200" dirty="0"/>
              <a:t>lassification: majority class of target</a:t>
            </a:r>
          </a:p>
          <a:p>
            <a:pPr lvl="1"/>
            <a:r>
              <a:rPr lang="en-GB" sz="2200" dirty="0"/>
              <a:t>r</a:t>
            </a:r>
            <a:r>
              <a:rPr lang="en-DE" sz="2200" dirty="0"/>
              <a:t>egression: average of target</a:t>
            </a:r>
            <a:endParaRPr lang="en-GB" sz="2600" dirty="0"/>
          </a:p>
          <a:p>
            <a:r>
              <a:rPr lang="en-GB" sz="2600" dirty="0"/>
              <a:t>fully explainable models</a:t>
            </a:r>
          </a:p>
        </p:txBody>
      </p:sp>
    </p:spTree>
    <p:extLst>
      <p:ext uri="{BB962C8B-B14F-4D97-AF65-F5344CB8AC3E}">
        <p14:creationId xmlns:p14="http://schemas.microsoft.com/office/powerpoint/2010/main" val="131745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CC2D-C814-B16B-84C3-4DABB9BC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Ensemble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7B5A5-82ED-1D02-930E-4F2601CE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idea: combine several individual models (often of the same type) to form an ensemble model with better predictive performance than each of its constituents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>
                <a:sym typeface="Wingdings" pitchFamily="2" charset="2"/>
              </a:rPr>
              <a:t> </a:t>
            </a:r>
            <a:r>
              <a:rPr lang="en-GB" sz="2600" dirty="0"/>
              <a:t>learning in several different ways from the training data</a:t>
            </a:r>
          </a:p>
          <a:p>
            <a:pPr marL="0" indent="0">
              <a:buNone/>
            </a:pPr>
            <a:endParaRPr lang="en-GB" sz="2600" dirty="0"/>
          </a:p>
          <a:p>
            <a:r>
              <a:rPr lang="en-GB" sz="2600" dirty="0"/>
              <a:t>the trainings of the individual constituent models are (kind of) independent</a:t>
            </a:r>
          </a:p>
          <a:p>
            <a:r>
              <a:rPr lang="en-DE" sz="2600" dirty="0"/>
              <a:t>outputs of individual models are combined (e.g., averaged)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85B20-BA51-4038-7069-D42DBC76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1908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A92C-9B6F-EACE-FBCB-0A34D2B6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Bagging (</a:t>
            </a:r>
            <a:r>
              <a:rPr lang="en-GB" dirty="0"/>
              <a:t>B</a:t>
            </a:r>
            <a:r>
              <a:rPr lang="en-DE" dirty="0"/>
              <a:t>ootstrap Aggregating)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C02DC-25CB-8047-6BEA-388E7D6AD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7760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err="1"/>
              <a:t>i</a:t>
            </a:r>
            <a:r>
              <a:rPr lang="en-DE" dirty="0"/>
              <a:t>dea: </a:t>
            </a:r>
            <a:r>
              <a:rPr lang="en-GB" dirty="0"/>
              <a:t>t</a:t>
            </a:r>
            <a:r>
              <a:rPr lang="en-DE" dirty="0"/>
              <a:t>rain individual models </a:t>
            </a:r>
            <a:r>
              <a:rPr lang="en-DE"/>
              <a:t>of ensemble</a:t>
            </a:r>
            <a:r>
              <a:rPr lang="de-DE" dirty="0"/>
              <a:t> </a:t>
            </a:r>
            <a:r>
              <a:rPr lang="en-DE"/>
              <a:t>on random subsets </a:t>
            </a:r>
            <a:r>
              <a:rPr lang="en-DE" dirty="0"/>
              <a:t>of the training data (random sample with replacement)</a:t>
            </a:r>
          </a:p>
          <a:p>
            <a:r>
              <a:rPr lang="en-GB" dirty="0">
                <a:sym typeface="Wingdings" pitchFamily="2" charset="2"/>
              </a:rPr>
              <a:t>r</a:t>
            </a:r>
            <a:r>
              <a:rPr lang="en-DE" dirty="0">
                <a:sym typeface="Wingdings" pitchFamily="2" charset="2"/>
              </a:rPr>
              <a:t>educes variance of ensemble model compared to individual models</a:t>
            </a:r>
          </a:p>
          <a:p>
            <a:r>
              <a:rPr lang="en-DE" dirty="0">
                <a:sym typeface="Wingdings" pitchFamily="2" charset="2"/>
              </a:rPr>
              <a:t>but not bias  use low-bias base models</a:t>
            </a:r>
          </a:p>
          <a:p>
            <a:pPr marL="0" indent="0">
              <a:buNone/>
            </a:pPr>
            <a:endParaRPr lang="en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individual models c</a:t>
            </a:r>
            <a:r>
              <a:rPr lang="en-DE" dirty="0">
                <a:sym typeface="Wingdings" pitchFamily="2" charset="2"/>
              </a:rPr>
              <a:t>ombined by averaging (regression) or majority voting (classification)  committee of models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6D658F3-7E51-0D33-E43E-2712E69F2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079" y="2714917"/>
            <a:ext cx="5290881" cy="25192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A8862-7F8D-C5B7-3F2D-711218DD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36</a:t>
            </a:fld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0354E-B0C7-7C26-FF19-1C5CFF8579F1}"/>
              </a:ext>
            </a:extLst>
          </p:cNvPr>
          <p:cNvSpPr txBox="1"/>
          <p:nvPr/>
        </p:nvSpPr>
        <p:spPr>
          <a:xfrm>
            <a:off x="8068940" y="2210648"/>
            <a:ext cx="286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  <a:r>
              <a:rPr lang="en-DE" dirty="0"/>
              <a:t>xample with decision trees: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40BE7-41B5-D8CF-5210-E512B79480F3}"/>
              </a:ext>
            </a:extLst>
          </p:cNvPr>
          <p:cNvSpPr txBox="1"/>
          <p:nvPr/>
        </p:nvSpPr>
        <p:spPr>
          <a:xfrm>
            <a:off x="11353800" y="535483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944071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668D-26E7-A583-5BDA-216C95A9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Random Subspace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C095A-B308-310C-26F0-9C804FE6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</a:t>
            </a:r>
            <a:r>
              <a:rPr lang="en-DE" dirty="0"/>
              <a:t>ka feature bagging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idea: t</a:t>
            </a:r>
            <a:r>
              <a:rPr lang="en-DE" dirty="0"/>
              <a:t>rain different members (models) of an ensemble method on random subsets of all features (random sample with replacement)</a:t>
            </a:r>
          </a:p>
          <a:p>
            <a:pPr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 r</a:t>
            </a:r>
            <a:r>
              <a:rPr lang="en-DE" dirty="0">
                <a:sym typeface="Wingdings" pitchFamily="2" charset="2"/>
              </a:rPr>
              <a:t>educe correlation between ensemble members</a:t>
            </a:r>
          </a:p>
          <a:p>
            <a:pPr marL="0" indent="0">
              <a:buNone/>
            </a:pPr>
            <a:endParaRPr lang="en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individual models c</a:t>
            </a:r>
            <a:r>
              <a:rPr lang="en-DE" dirty="0">
                <a:sym typeface="Wingdings" pitchFamily="2" charset="2"/>
              </a:rPr>
              <a:t>ombined by averaging (regression) or majority voting (classification)  committee of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7E588-8252-FE67-38ED-5304C3CD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46814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0C8C-7EC4-5627-3DF2-7D94C861A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Random Forest</a:t>
            </a:r>
            <a:r>
              <a:rPr lang="de-DE" dirty="0"/>
              <a:t>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CC7C9-6112-AE80-029C-4C71EC710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600" dirty="0"/>
              <a:t>ensemble method using</a:t>
            </a:r>
          </a:p>
          <a:p>
            <a:r>
              <a:rPr lang="en-GB" sz="2600" dirty="0"/>
              <a:t>d</a:t>
            </a:r>
            <a:r>
              <a:rPr lang="en-DE" sz="2600" dirty="0"/>
              <a:t>ecision trees as individual models (usually, rather large, low-bias decision trees)</a:t>
            </a:r>
          </a:p>
          <a:p>
            <a:r>
              <a:rPr lang="en-GB" sz="2600" dirty="0"/>
              <a:t>combination of b</a:t>
            </a:r>
            <a:r>
              <a:rPr lang="en-DE" sz="2600" dirty="0"/>
              <a:t>agging and </a:t>
            </a:r>
            <a:r>
              <a:rPr lang="en-GB" sz="2600" dirty="0"/>
              <a:t>r</a:t>
            </a:r>
            <a:r>
              <a:rPr lang="en-DE" sz="2600" dirty="0"/>
              <a:t>andom subspace method (features sampled at each node in the trees)</a:t>
            </a:r>
          </a:p>
          <a:p>
            <a:pPr marL="0" indent="0">
              <a:buNone/>
            </a:pPr>
            <a:endParaRPr lang="en-DE" sz="2600" dirty="0"/>
          </a:p>
          <a:p>
            <a:pPr marL="0" indent="0">
              <a:buNone/>
            </a:pPr>
            <a:r>
              <a:rPr lang="en-DE" sz="2600" dirty="0"/>
              <a:t>compared to individual decision trees, random forests</a:t>
            </a:r>
          </a:p>
          <a:p>
            <a:pPr>
              <a:buFont typeface="System Font Regular"/>
              <a:buChar char="+"/>
            </a:pPr>
            <a:r>
              <a:rPr lang="en-GB" sz="2600" dirty="0"/>
              <a:t>r</a:t>
            </a:r>
            <a:r>
              <a:rPr lang="en-DE" sz="2600" dirty="0"/>
              <a:t>educe variance </a:t>
            </a:r>
            <a:r>
              <a:rPr lang="en-DE" sz="2600" dirty="0">
                <a:sym typeface="Wingdings" pitchFamily="2" charset="2"/>
              </a:rPr>
              <a:t> improve accuracy</a:t>
            </a:r>
            <a:endParaRPr lang="en-DE" sz="2600" dirty="0"/>
          </a:p>
          <a:p>
            <a:pPr>
              <a:buFont typeface="System Font Regular"/>
              <a:buChar char="-"/>
            </a:pPr>
            <a:r>
              <a:rPr lang="en-DE" sz="2600" dirty="0"/>
              <a:t>lose explainability</a:t>
            </a:r>
          </a:p>
          <a:p>
            <a:pPr marL="0" indent="0">
              <a:buNone/>
            </a:pPr>
            <a:endParaRPr lang="en-DE" sz="2600" dirty="0"/>
          </a:p>
          <a:p>
            <a:pPr marL="0" indent="0">
              <a:buNone/>
            </a:pPr>
            <a:r>
              <a:rPr lang="en-GB" sz="2600" dirty="0"/>
              <a:t>one of the most popular o</a:t>
            </a:r>
            <a:r>
              <a:rPr lang="en-DE" sz="2600" dirty="0"/>
              <a:t>ff-the-shelf ML algorithms (often, good performance with little hyperparameter tuning and data preparation)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96B67-4F49-A270-7136-471B9495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33842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2C1D-C9A7-FAD1-3988-6B2CA070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09707-E1B1-CACB-24E7-02F32336A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896"/>
            <a:ext cx="10941908" cy="45934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idea: sequential</a:t>
            </a:r>
            <a:r>
              <a:rPr lang="en-DE" dirty="0"/>
              <a:t>ly learn and combine several “weak” learners (</a:t>
            </a:r>
            <a:r>
              <a:rPr lang="en-GB" dirty="0"/>
              <a:t>such as small decision trees, but in principle </a:t>
            </a:r>
            <a:r>
              <a:rPr lang="en-DE" dirty="0"/>
              <a:t>any ML algorithm) to construct a “strong” one</a:t>
            </a:r>
          </a:p>
          <a:p>
            <a:pPr marL="0" indent="0">
              <a:buNone/>
            </a:pPr>
            <a:r>
              <a:rPr lang="en-DE" dirty="0">
                <a:sym typeface="Wingdings" pitchFamily="2" charset="2"/>
              </a:rPr>
              <a:t> </a:t>
            </a:r>
            <a:r>
              <a:rPr lang="en-GB" dirty="0">
                <a:sym typeface="Wingdings" pitchFamily="2" charset="2"/>
              </a:rPr>
              <a:t>g</a:t>
            </a:r>
            <a:r>
              <a:rPr lang="en-DE" dirty="0">
                <a:sym typeface="Wingdings" pitchFamily="2" charset="2"/>
              </a:rPr>
              <a:t>radually (in a greedy fashion) </a:t>
            </a:r>
            <a:r>
              <a:rPr lang="en-GB" dirty="0">
                <a:sym typeface="Wingdings" pitchFamily="2" charset="2"/>
              </a:rPr>
              <a:t>r</a:t>
            </a:r>
            <a:r>
              <a:rPr lang="en-DE" dirty="0">
                <a:sym typeface="Wingdings" pitchFamily="2" charset="2"/>
              </a:rPr>
              <a:t>educing bias of ensemble model</a:t>
            </a:r>
            <a:endParaRPr lang="en-DE" dirty="0"/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i</a:t>
            </a:r>
            <a:r>
              <a:rPr lang="en-DE" dirty="0"/>
              <a:t>n simple terms:</a:t>
            </a:r>
          </a:p>
          <a:p>
            <a:pPr marL="0" indent="0">
              <a:buNone/>
            </a:pPr>
            <a:r>
              <a:rPr lang="en-GB" dirty="0"/>
              <a:t>building a model from the training data, then creating a second model that attempts to correct the errors from the first model, …</a:t>
            </a: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 e</a:t>
            </a:r>
            <a:r>
              <a:rPr lang="en-GB" dirty="0"/>
              <a:t>ach subsequent weak learner is forced to concentrate on the examples that are missed by the previous ones in the sequence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</a:t>
            </a:r>
            <a:r>
              <a:rPr lang="en-DE" dirty="0"/>
              <a:t>ot a committee </a:t>
            </a:r>
            <a:r>
              <a:rPr lang="en-DE"/>
              <a:t>of models</a:t>
            </a:r>
            <a:r>
              <a:rPr lang="de-DE" dirty="0"/>
              <a:t>:</a:t>
            </a:r>
            <a:endParaRPr lang="en-DE" dirty="0"/>
          </a:p>
          <a:p>
            <a:pPr marL="0" indent="0">
              <a:buNone/>
            </a:pPr>
            <a:r>
              <a:rPr lang="en-GB" dirty="0"/>
              <a:t>t</a:t>
            </a:r>
            <a:r>
              <a:rPr lang="en-DE" dirty="0"/>
              <a:t>ypically, use simple, high-bias methods as individual models</a:t>
            </a:r>
            <a:r>
              <a:rPr lang="en-GB" dirty="0"/>
              <a:t> (e.g., small decision trees)</a:t>
            </a:r>
          </a:p>
          <a:p>
            <a:pPr marL="0" indent="0">
              <a:buNone/>
            </a:pPr>
            <a:r>
              <a:rPr lang="en-GB" dirty="0"/>
              <a:t>most prominent: AdaBoost, Gradient Boosting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69EBD-1863-BDF6-A7ED-D9581267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35907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7F1B-05DC-84C8-266E-003FBB0E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Forward Stagewise Additive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625D6-FD9E-F948-D1C3-0B35E62DB8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boosting can be understood as fitting an additive expansion in a set of basis functions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(e.g., decision trees):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loss minimization of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400" dirty="0"/>
                  <a:t> computationally expensive </a:t>
                </a:r>
                <a:r>
                  <a:rPr lang="en-GB" sz="2400" dirty="0">
                    <a:sym typeface="Wingdings" pitchFamily="2" charset="2"/>
                  </a:rPr>
                  <a:t> sequentially add and fit individual basis functions without changing already fitted ones</a:t>
                </a: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boosting algorithm</a:t>
                </a:r>
                <a:r>
                  <a:rPr lang="de-DE" sz="2400" dirty="0">
                    <a:sym typeface="Wingdings" pitchFamily="2" charset="2"/>
                  </a:rPr>
                  <a:t>:</a:t>
                </a:r>
                <a:endParaRPr lang="de-DE" sz="2400" b="0" dirty="0"/>
              </a:p>
              <a:p>
                <a:pPr marL="0" indent="0">
                  <a:buNone/>
                </a:pPr>
                <a:r>
                  <a:rPr lang="en-GB" sz="2400" dirty="0"/>
                  <a:t>f</a:t>
                </a:r>
                <a:r>
                  <a:rPr lang="en-DE" sz="2400" dirty="0"/>
                  <a:t>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DE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sz="2400" dirty="0"/>
                  <a:t>:</a:t>
                </a:r>
                <a:endParaRPr lang="en-DE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/>
                  <a:t>c</a:t>
                </a:r>
                <a:r>
                  <a:rPr lang="en-DE" sz="2400"/>
                  <a:t>ompute</a:t>
                </a:r>
                <a:r>
                  <a:rPr lang="en-DE" sz="24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D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lang="en-GB" sz="2400" dirty="0"/>
                  <a:t>	</a:t>
                </a:r>
                <a:r>
                  <a:rPr lang="en-GB" sz="1500" dirty="0"/>
                  <a:t>(</a:t>
                </a:r>
                <a:r>
                  <a:rPr lang="en-GB" sz="1500" dirty="0" err="1"/>
                  <a:t>i</a:t>
                </a:r>
                <a:r>
                  <a:rPr lang="en-DE" sz="1500"/>
                  <a:t>nitialize</a:t>
                </a:r>
                <a:r>
                  <a:rPr lang="de-DE" sz="1500" dirty="0"/>
                  <a:t>d </a:t>
                </a:r>
                <a:r>
                  <a:rPr lang="de-DE" sz="1500" dirty="0" err="1"/>
                  <a:t>with</a:t>
                </a:r>
                <a:r>
                  <a:rPr lang="en-DE" sz="15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5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DE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500" dirty="0"/>
                  <a:t>)</a:t>
                </a:r>
                <a:endParaRPr lang="en-DE" sz="15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/>
                  <a:t>s</a:t>
                </a:r>
                <a:r>
                  <a:rPr lang="en-DE" sz="2400" dirty="0"/>
                  <a:t>et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625D6-FD9E-F948-D1C3-0B35E62DB8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965" t="-6686" b="-90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A6463-DD10-C212-4A85-931DE270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40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04736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0CA3AFA3-F6B8-B56D-8021-7C316ACB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718" y="1206282"/>
            <a:ext cx="4813167" cy="52865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1601DD-6186-F43B-F104-1C68DC2C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AdaBoost (</a:t>
            </a:r>
            <a:r>
              <a:rPr lang="en-GB" dirty="0"/>
              <a:t>Adaptive Boosting</a:t>
            </a:r>
            <a:r>
              <a:rPr lang="en-DE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7F7E3-45DB-77D2-615D-DE71E947B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Autofit/>
          </a:bodyPr>
          <a:lstStyle/>
          <a:p>
            <a:r>
              <a:rPr lang="de-DE" dirty="0" err="1"/>
              <a:t>iteratively</a:t>
            </a:r>
            <a:r>
              <a:rPr lang="de-DE" dirty="0"/>
              <a:t> </a:t>
            </a: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weak</a:t>
            </a:r>
            <a:r>
              <a:rPr lang="de-DE" dirty="0"/>
              <a:t> </a:t>
            </a:r>
            <a:r>
              <a:rPr lang="de-DE" dirty="0" err="1"/>
              <a:t>classifiers</a:t>
            </a:r>
            <a:r>
              <a:rPr lang="de-DE" dirty="0"/>
              <a:t> on </a:t>
            </a:r>
            <a:r>
              <a:rPr lang="de-DE" dirty="0" err="1"/>
              <a:t>weighted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emphasizing</a:t>
            </a:r>
            <a:r>
              <a:rPr lang="de-DE" dirty="0"/>
              <a:t> </a:t>
            </a:r>
            <a:r>
              <a:rPr lang="de-DE" dirty="0" err="1"/>
              <a:t>misclassified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(</a:t>
            </a:r>
            <a:r>
              <a:rPr lang="en-GB" dirty="0"/>
              <a:t>weights increased for incorrect predictions, decreased for correct ones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weighted</a:t>
            </a:r>
            <a:r>
              <a:rPr lang="de-DE" dirty="0"/>
              <a:t> vote (</a:t>
            </a:r>
            <a:r>
              <a:rPr lang="en-GB" dirty="0"/>
              <a:t>forward stagewise additive </a:t>
            </a:r>
            <a:r>
              <a:rPr lang="en-GB" dirty="0" err="1"/>
              <a:t>modeling</a:t>
            </a:r>
            <a:r>
              <a:rPr lang="en-GB" dirty="0"/>
              <a:t> )</a:t>
            </a:r>
          </a:p>
          <a:p>
            <a:pPr marL="0" indent="0">
              <a:buNone/>
            </a:pPr>
            <a:endParaRPr lang="de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28EF5-9B0D-7CE5-A7DC-34A33AB06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41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637201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A104-F600-905B-30DA-DB4B4545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Gradient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2DB91-E194-5D96-41E3-AA6D2A351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000" dirty="0"/>
                  <a:t>in f</a:t>
                </a:r>
                <a:r>
                  <a:rPr lang="en-DE" sz="2000"/>
                  <a:t>orward </a:t>
                </a:r>
                <a:r>
                  <a:rPr lang="de-DE" sz="2000" dirty="0"/>
                  <a:t>s</a:t>
                </a:r>
                <a:r>
                  <a:rPr lang="en-DE" sz="2000"/>
                  <a:t>tagewise </a:t>
                </a:r>
                <a:r>
                  <a:rPr lang="de-DE" sz="2000" dirty="0"/>
                  <a:t>a</a:t>
                </a:r>
                <a:r>
                  <a:rPr lang="en-DE" sz="2000"/>
                  <a:t>dditive </a:t>
                </a:r>
                <a:r>
                  <a:rPr lang="de-DE" sz="2000" dirty="0"/>
                  <a:t>m</a:t>
                </a:r>
                <a:r>
                  <a:rPr lang="en-DE" sz="2000"/>
                  <a:t>odeling</a:t>
                </a:r>
                <a:r>
                  <a:rPr lang="de-DE" sz="2000" dirty="0"/>
                  <a:t>:</a:t>
                </a:r>
              </a:p>
              <a:p>
                <a:pPr marL="0" indent="0">
                  <a:buNone/>
                </a:pPr>
                <a:r>
                  <a:rPr lang="de-DE" sz="2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</m:oMath>
                </a14:m>
                <a:endParaRPr lang="de-DE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lang="de-DE" sz="2000" dirty="0"/>
                  <a:t>	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each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stage</a:t>
                </a: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>
                    <a:sym typeface="Wingdings" pitchFamily="2" charset="2"/>
                  </a:rPr>
                  <a:t> </a:t>
                </a:r>
                <a:r>
                  <a:rPr lang="en-DE" sz="2000"/>
                  <a:t>can </a:t>
                </a:r>
                <a:r>
                  <a:rPr lang="de-DE" sz="2000" dirty="0" err="1"/>
                  <a:t>be</a:t>
                </a:r>
                <a:r>
                  <a:rPr lang="de-DE" sz="2000" dirty="0"/>
                  <a:t> </a:t>
                </a:r>
                <a:r>
                  <a:rPr lang="en-DE" sz="2000"/>
                  <a:t>hard </a:t>
                </a:r>
                <a:r>
                  <a:rPr lang="de-DE" sz="2000" dirty="0" err="1"/>
                  <a:t>to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solve</a:t>
                </a:r>
                <a:r>
                  <a:rPr lang="de-DE" sz="2000" dirty="0"/>
                  <a:t> </a:t>
                </a:r>
                <a:r>
                  <a:rPr lang="en-DE" sz="2000"/>
                  <a:t>for general</a:t>
                </a:r>
                <a:r>
                  <a:rPr lang="de-DE" sz="2000" dirty="0"/>
                  <a:t> </a:t>
                </a:r>
                <a:r>
                  <a:rPr lang="de-DE" sz="2000" dirty="0" err="1"/>
                  <a:t>loss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function</a:t>
                </a:r>
                <a:r>
                  <a:rPr lang="en-DE" sz="200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idea: approximation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sz="2000" dirty="0"/>
                  <a:t> by its </a:t>
                </a:r>
                <a:r>
                  <a:rPr lang="de-DE" sz="2000" dirty="0"/>
                  <a:t>Taylor </a:t>
                </a:r>
                <a:r>
                  <a:rPr lang="de-DE" sz="2000" dirty="0" err="1"/>
                  <a:t>expansion</a:t>
                </a:r>
                <a:endParaRPr lang="de-DE" sz="2000" dirty="0"/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D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 decreased by going a step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 (potentially optimized via line search) in the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fName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func>
                  </m:oMath>
                </a14:m>
                <a:r>
                  <a:rPr lang="en-GB" sz="2000" dirty="0">
                    <a:sym typeface="Wingdings" pitchFamily="2" charset="2"/>
                  </a:rPr>
                  <a:t> (functional gradient descent)</a:t>
                </a:r>
              </a:p>
              <a:p>
                <a:pPr marL="0" indent="0">
                  <a:buNone/>
                </a:pPr>
                <a:r>
                  <a:rPr lang="en-GB" sz="2000" dirty="0">
                    <a:sym typeface="Wingdings" pitchFamily="2" charset="2"/>
                  </a:rPr>
                  <a:t>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sz="2000" dirty="0">
                    <a:sym typeface="Wingdings" pitchFamily="2" charset="2"/>
                  </a:rPr>
                  <a:t> by fitting a </a:t>
                </a:r>
                <a:r>
                  <a:rPr lang="en-GB" sz="2000" dirty="0"/>
                  <a:t>regression model with targets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sz="2000" dirty="0"/>
                  <a:t> </a:t>
                </a:r>
                <a:r>
                  <a:rPr lang="en-GB" sz="2000" dirty="0">
                    <a:sym typeface="Wingdings" pitchFamily="2" charset="2"/>
                  </a:rPr>
                  <a:t>(typically </a:t>
                </a:r>
                <a:r>
                  <a:rPr lang="en-DE" sz="2000"/>
                  <a:t>decision </a:t>
                </a:r>
                <a:r>
                  <a:rPr lang="en-DE" sz="2000" dirty="0"/>
                  <a:t>tree regressors of </a:t>
                </a:r>
                <a:r>
                  <a:rPr lang="en-DE" sz="2000"/>
                  <a:t>fixed size</a:t>
                </a:r>
                <a:r>
                  <a:rPr lang="de-DE" sz="2000" dirty="0"/>
                  <a:t>: </a:t>
                </a:r>
                <a:r>
                  <a:rPr lang="en-GB" sz="2000" dirty="0"/>
                  <a:t>gradient-boosted decision trees</a:t>
                </a:r>
                <a:r>
                  <a:rPr lang="en-DE" sz="2000" dirty="0"/>
                  <a:t>)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w</a:t>
                </a:r>
                <a:r>
                  <a:rPr lang="en-DE" sz="2000" dirty="0"/>
                  <a:t>orks like this for both regression </a:t>
                </a:r>
                <a:r>
                  <a:rPr lang="en-DE" sz="2000"/>
                  <a:t>and classification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tasks</a:t>
                </a:r>
                <a:r>
                  <a:rPr lang="en-DE" sz="2000"/>
                  <a:t> </a:t>
                </a:r>
                <a:r>
                  <a:rPr lang="en-DE" sz="2000" dirty="0"/>
                  <a:t>(just different loss functions)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2DB91-E194-5D96-41E3-AA6D2A351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3"/>
                <a:stretch>
                  <a:fillRect l="-724" t="-2168" b="-86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91D43-DB5D-A463-A3A7-1C6FBE98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42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0E70B24-B239-6B5A-4941-1C2E2A0D8A71}"/>
                  </a:ext>
                </a:extLst>
              </p:cNvPr>
              <p:cNvSpPr txBox="1"/>
              <p:nvPr/>
            </p:nvSpPr>
            <p:spPr>
              <a:xfrm>
                <a:off x="6568966" y="1420642"/>
                <a:ext cx="5623034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a typeface="Cambria Math" panose="02040503050406030204" pitchFamily="18" charset="0"/>
                  </a:rPr>
                  <a:t>define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D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de-DE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0E70B24-B239-6B5A-4941-1C2E2A0D8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966" y="1420642"/>
                <a:ext cx="5623034" cy="439736"/>
              </a:xfrm>
              <a:prstGeom prst="rect">
                <a:avLst/>
              </a:prstGeom>
              <a:blipFill>
                <a:blip r:embed="rId4"/>
                <a:stretch>
                  <a:fillRect l="-1126" t="-97222" b="-158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BE9C6EC-A585-71C6-D6FD-2A0CD4FF4AE6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771697" y="1640510"/>
            <a:ext cx="1797269" cy="955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8CA190C-8FF0-AC03-01B0-B6C4F9B37BC6}"/>
                  </a:ext>
                </a:extLst>
              </p:cNvPr>
              <p:cNvSpPr txBox="1"/>
              <p:nvPr/>
            </p:nvSpPr>
            <p:spPr>
              <a:xfrm>
                <a:off x="7796178" y="3418505"/>
                <a:ext cx="29553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000" dirty="0"/>
                  <a:t>gradient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de-DE" sz="20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sz="2000" dirty="0"/>
                  <a:t>:</a:t>
                </a:r>
              </a:p>
              <a:p>
                <a:r>
                  <a:rPr lang="de-DE" sz="2000" dirty="0" err="1"/>
                  <a:t>constant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this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iteration</a:t>
                </a:r>
                <a:endParaRPr lang="de-DE" sz="20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8CA190C-8FF0-AC03-01B0-B6C4F9B37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178" y="3418505"/>
                <a:ext cx="2955361" cy="707886"/>
              </a:xfrm>
              <a:prstGeom prst="rect">
                <a:avLst/>
              </a:prstGeom>
              <a:blipFill>
                <a:blip r:embed="rId5"/>
                <a:stretch>
                  <a:fillRect l="-2137" t="-3571" r="-1282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B293591-13EF-0C1F-C260-9369E23A1F7C}"/>
              </a:ext>
            </a:extLst>
          </p:cNvPr>
          <p:cNvCxnSpPr>
            <a:cxnSpLocks/>
          </p:cNvCxnSpPr>
          <p:nvPr/>
        </p:nvCxnSpPr>
        <p:spPr>
          <a:xfrm flipH="1">
            <a:off x="6726621" y="3675177"/>
            <a:ext cx="1069557" cy="444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83760D-ACB1-7FAB-563C-59DF7F5C33B8}"/>
              </a:ext>
            </a:extLst>
          </p:cNvPr>
          <p:cNvCxnSpPr>
            <a:cxnSpLocks/>
          </p:cNvCxnSpPr>
          <p:nvPr/>
        </p:nvCxnSpPr>
        <p:spPr>
          <a:xfrm flipH="1">
            <a:off x="7136524" y="4013734"/>
            <a:ext cx="659654" cy="379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A5532263-AF15-A425-9ADC-76B73390B499}"/>
              </a:ext>
            </a:extLst>
          </p:cNvPr>
          <p:cNvSpPr txBox="1"/>
          <p:nvPr/>
        </p:nvSpPr>
        <p:spPr>
          <a:xfrm>
            <a:off x="6568966" y="364227"/>
            <a:ext cx="149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138AA2D-9D8B-E8FF-B0F8-CF83F5004309}"/>
              </a:ext>
            </a:extLst>
          </p:cNvPr>
          <p:cNvSpPr txBox="1"/>
          <p:nvPr/>
        </p:nvSpPr>
        <p:spPr>
          <a:xfrm>
            <a:off x="8973534" y="364227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34DCEC0-4205-9188-B99D-A2D8C465B561}"/>
              </a:ext>
            </a:extLst>
          </p:cNvPr>
          <p:cNvCxnSpPr>
            <a:stCxn id="6" idx="2"/>
          </p:cNvCxnSpPr>
          <p:nvPr/>
        </p:nvCxnSpPr>
        <p:spPr>
          <a:xfrm flipH="1">
            <a:off x="9059917" y="733559"/>
            <a:ext cx="648754" cy="790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0C5BE8B-AC41-4946-2525-C1D8E0EE29C5}"/>
              </a:ext>
            </a:extLst>
          </p:cNvPr>
          <p:cNvCxnSpPr>
            <a:stCxn id="5" idx="2"/>
          </p:cNvCxnSpPr>
          <p:nvPr/>
        </p:nvCxnSpPr>
        <p:spPr>
          <a:xfrm>
            <a:off x="7316254" y="733559"/>
            <a:ext cx="230174" cy="790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8655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F451-D21B-1A9B-3447-2818BB01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Decision Tree Sizes for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FA78C-C002-A9EA-AA62-35ACC38C5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c</a:t>
                </a:r>
                <a:r>
                  <a:rPr lang="en-DE" sz="2600" dirty="0"/>
                  <a:t>onsider degree to which features interact with each other </a:t>
                </a:r>
                <a:r>
                  <a:rPr lang="en-GB" sz="2600" dirty="0"/>
                  <a:t>in given data set</a:t>
                </a:r>
                <a:endParaRPr lang="en-DE" sz="2600" dirty="0"/>
              </a:p>
              <a:p>
                <a:r>
                  <a:rPr lang="en-DE" sz="2600" dirty="0"/>
                  <a:t>decision trees with single split (aka decision stumps): covering no interaction effects, just main effects of individual features</a:t>
                </a:r>
              </a:p>
              <a:p>
                <a:r>
                  <a:rPr lang="en-DE" sz="2600" dirty="0"/>
                  <a:t>decision trees with two splits: covering </a:t>
                </a:r>
                <a:r>
                  <a:rPr lang="en-GB" sz="2600" dirty="0"/>
                  <a:t>second-order interactions</a:t>
                </a:r>
              </a:p>
              <a:p>
                <a:r>
                  <a:rPr lang="en-DE" sz="2600" dirty="0"/>
                  <a:t>decision trees with three splits: covering </a:t>
                </a:r>
                <a:r>
                  <a:rPr lang="en-GB" sz="2600" dirty="0"/>
                  <a:t>third-order interactions</a:t>
                </a:r>
              </a:p>
              <a:p>
                <a:pPr marL="0" indent="0">
                  <a:buNone/>
                </a:pPr>
                <a:r>
                  <a:rPr lang="en-GB" sz="2600" dirty="0"/>
                  <a:t>(usually, interaction order not much higher than </a:t>
                </a:r>
                <a14:m>
                  <m:oMath xmlns:m="http://schemas.openxmlformats.org/officeDocument/2006/math">
                    <m:r>
                      <a:rPr lang="en-GB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sz="2600" dirty="0"/>
                  <a:t>5 in real-world data sets)</a:t>
                </a:r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why boosting often works better than single large, low-bias model: uncorrelated learners, each focusing on a specific aspect of the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FA78C-C002-A9EA-AA62-35ACC38C5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r="-7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1B1F2-8772-13C6-B4B9-FC78BDA9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43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83731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1AED6-5238-21B7-B855-D4490187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44</a:t>
            </a:fld>
            <a:endParaRPr lang="en-DE"/>
          </a:p>
        </p:txBody>
      </p:sp>
      <p:pic>
        <p:nvPicPr>
          <p:cNvPr id="1026" name="Picture 2" descr="Ensemble Learning: Bagging &amp; Boosting | by Fernando López | Towards ...">
            <a:extLst>
              <a:ext uri="{FF2B5EF4-FFF2-40B4-BE49-F238E27FC236}">
                <a16:creationId xmlns:a16="http://schemas.microsoft.com/office/drawing/2014/main" id="{185C8C33-5975-C3CD-7DBE-9F6CC059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063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CFFBB3C-E644-5CCC-EE94-753135AAA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45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6EBFF2-C98B-0A52-F138-90B17F07C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068"/>
            <a:ext cx="8421689" cy="598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DFF0631-77D5-95C3-D2D8-C28CB7E6DD12}"/>
              </a:ext>
            </a:extLst>
          </p:cNvPr>
          <p:cNvSpPr txBox="1"/>
          <p:nvPr/>
        </p:nvSpPr>
        <p:spPr>
          <a:xfrm>
            <a:off x="8460829" y="847150"/>
            <a:ext cx="3731172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200" b="1" dirty="0" err="1"/>
              <a:t>no</a:t>
            </a:r>
            <a:r>
              <a:rPr lang="de-DE" sz="2200" b="1" dirty="0"/>
              <a:t> </a:t>
            </a:r>
            <a:r>
              <a:rPr lang="de-DE" sz="2200" b="1" dirty="0" err="1"/>
              <a:t>universally</a:t>
            </a:r>
            <a:r>
              <a:rPr lang="de-DE" sz="2200" b="1" dirty="0"/>
              <a:t> </a:t>
            </a:r>
            <a:r>
              <a:rPr lang="de-DE" sz="2200" b="1" dirty="0" err="1"/>
              <a:t>best</a:t>
            </a:r>
            <a:r>
              <a:rPr lang="de-DE" sz="2200" b="1" dirty="0"/>
              <a:t> </a:t>
            </a:r>
            <a:r>
              <a:rPr lang="de-DE" sz="2200" b="1" dirty="0" err="1"/>
              <a:t>model</a:t>
            </a:r>
            <a:endParaRPr lang="de-DE" sz="2200" b="1" dirty="0"/>
          </a:p>
          <a:p>
            <a:pPr>
              <a:buNone/>
            </a:pPr>
            <a:endParaRPr lang="de-DE" sz="2200" dirty="0"/>
          </a:p>
          <a:p>
            <a:pPr>
              <a:buNone/>
            </a:pPr>
            <a:r>
              <a:rPr lang="de-DE" sz="2200" dirty="0" err="1"/>
              <a:t>choice</a:t>
            </a:r>
            <a:r>
              <a:rPr lang="de-DE" sz="2200" dirty="0"/>
              <a:t> </a:t>
            </a:r>
            <a:r>
              <a:rPr lang="de-DE" sz="2200" dirty="0" err="1"/>
              <a:t>depends</a:t>
            </a:r>
            <a:r>
              <a:rPr lang="de-DE" sz="2200" dirty="0"/>
              <a:t> 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data</a:t>
            </a:r>
            <a:r>
              <a:rPr lang="de-DE" sz="2200" dirty="0"/>
              <a:t> </a:t>
            </a:r>
            <a:r>
              <a:rPr lang="de-DE" sz="2200" dirty="0" err="1"/>
              <a:t>characteristics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problem</a:t>
            </a:r>
            <a:r>
              <a:rPr lang="de-DE" sz="2200" dirty="0"/>
              <a:t> </a:t>
            </a:r>
            <a:r>
              <a:rPr lang="de-DE" sz="2200" dirty="0" err="1"/>
              <a:t>requirements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interpretability</a:t>
            </a:r>
            <a:r>
              <a:rPr lang="de-DE" sz="2200" dirty="0"/>
              <a:t> </a:t>
            </a:r>
            <a:r>
              <a:rPr lang="de-DE" sz="2200" dirty="0" err="1"/>
              <a:t>needs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computational</a:t>
            </a:r>
            <a:r>
              <a:rPr lang="de-DE" sz="2200" dirty="0"/>
              <a:t> </a:t>
            </a:r>
            <a:r>
              <a:rPr lang="de-DE" sz="2200" dirty="0" err="1"/>
              <a:t>constraints</a:t>
            </a:r>
            <a:endParaRPr lang="de-DE" sz="2200" dirty="0"/>
          </a:p>
          <a:p>
            <a:pPr>
              <a:buNone/>
            </a:pPr>
            <a:endParaRPr lang="de-DE" sz="2200" dirty="0"/>
          </a:p>
          <a:p>
            <a:pPr>
              <a:buNone/>
            </a:pPr>
            <a:endParaRPr lang="de-DE" sz="2200" dirty="0"/>
          </a:p>
          <a:p>
            <a:pPr>
              <a:buNone/>
            </a:pPr>
            <a:r>
              <a:rPr lang="de-DE" sz="2200" dirty="0" err="1"/>
              <a:t>rule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</a:t>
            </a:r>
            <a:r>
              <a:rPr lang="de-DE" sz="2200" dirty="0" err="1"/>
              <a:t>thumb</a:t>
            </a:r>
            <a:r>
              <a:rPr lang="de-DE" sz="22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unstructured</a:t>
            </a:r>
            <a:r>
              <a:rPr lang="de-DE" sz="2200" dirty="0"/>
              <a:t> </a:t>
            </a:r>
            <a:r>
              <a:rPr lang="de-DE" sz="2200" dirty="0" err="1"/>
              <a:t>data</a:t>
            </a:r>
            <a:r>
              <a:rPr lang="de-DE" sz="2200" dirty="0"/>
              <a:t> (</a:t>
            </a:r>
            <a:r>
              <a:rPr lang="de-DE" sz="2200" dirty="0" err="1"/>
              <a:t>text</a:t>
            </a:r>
            <a:r>
              <a:rPr lang="de-DE" sz="2200" dirty="0"/>
              <a:t>, </a:t>
            </a:r>
            <a:r>
              <a:rPr lang="de-DE" sz="2200" dirty="0" err="1"/>
              <a:t>images</a:t>
            </a:r>
            <a:r>
              <a:rPr lang="de-DE" sz="2200" dirty="0"/>
              <a:t>/</a:t>
            </a:r>
            <a:r>
              <a:rPr lang="de-DE" sz="2200" dirty="0" err="1"/>
              <a:t>video</a:t>
            </a:r>
            <a:r>
              <a:rPr lang="de-DE" sz="2200" dirty="0"/>
              <a:t>, </a:t>
            </a:r>
            <a:r>
              <a:rPr lang="de-DE" sz="2200" dirty="0" err="1"/>
              <a:t>audio</a:t>
            </a:r>
            <a:r>
              <a:rPr lang="de-DE" sz="2200" dirty="0"/>
              <a:t>)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/>
              <a:t>deep</a:t>
            </a:r>
            <a:r>
              <a:rPr lang="de-DE" sz="2200" dirty="0"/>
              <a:t> </a:t>
            </a:r>
            <a:r>
              <a:rPr lang="de-DE" sz="2200" dirty="0" err="1"/>
              <a:t>learning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tabular</a:t>
            </a:r>
            <a:r>
              <a:rPr lang="de-DE" sz="2200" dirty="0"/>
              <a:t> </a:t>
            </a:r>
            <a:r>
              <a:rPr lang="de-DE" sz="2200" dirty="0" err="1"/>
              <a:t>data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</a:t>
            </a:r>
            <a:r>
              <a:rPr lang="de-DE" sz="2200" dirty="0"/>
              <a:t> </a:t>
            </a:r>
            <a:r>
              <a:rPr lang="de-DE" sz="2200" dirty="0" err="1"/>
              <a:t>tree-based</a:t>
            </a:r>
            <a:r>
              <a:rPr lang="de-DE" sz="2200" dirty="0"/>
              <a:t> </a:t>
            </a:r>
            <a:r>
              <a:rPr lang="de-DE" sz="2200" dirty="0" err="1"/>
              <a:t>ensembles</a:t>
            </a:r>
            <a:r>
              <a:rPr lang="de-DE" sz="2200" dirty="0"/>
              <a:t> (</a:t>
            </a:r>
            <a:r>
              <a:rPr lang="de-DE" sz="2200" dirty="0" err="1"/>
              <a:t>gradient</a:t>
            </a:r>
            <a:r>
              <a:rPr lang="de-DE" sz="2200" dirty="0"/>
              <a:t> </a:t>
            </a:r>
            <a:r>
              <a:rPr lang="de-DE" sz="2200" dirty="0" err="1"/>
              <a:t>boosting</a:t>
            </a:r>
            <a:r>
              <a:rPr lang="de-DE" sz="2200" dirty="0"/>
              <a:t>, </a:t>
            </a:r>
            <a:r>
              <a:rPr lang="de-DE" sz="2200" dirty="0" err="1"/>
              <a:t>random</a:t>
            </a:r>
            <a:r>
              <a:rPr lang="de-DE" sz="2200" dirty="0"/>
              <a:t> </a:t>
            </a:r>
            <a:r>
              <a:rPr lang="de-DE" sz="2200" dirty="0" err="1"/>
              <a:t>forests</a:t>
            </a:r>
            <a:r>
              <a:rPr lang="de-DE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1436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2588</Words>
  <Application>Microsoft Macintosh PowerPoint</Application>
  <PresentationFormat>Breitbild</PresentationFormat>
  <Paragraphs>465</Paragraphs>
  <Slides>45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45</vt:i4>
      </vt:variant>
    </vt:vector>
  </HeadingPairs>
  <TitlesOfParts>
    <vt:vector size="53" baseType="lpstr">
      <vt:lpstr>AccordAlternate</vt:lpstr>
      <vt:lpstr>Aptos</vt:lpstr>
      <vt:lpstr>Aptos Display</vt:lpstr>
      <vt:lpstr>Arial</vt:lpstr>
      <vt:lpstr>Cambria Math</vt:lpstr>
      <vt:lpstr>System Font Regular</vt:lpstr>
      <vt:lpstr>Wingdings</vt:lpstr>
      <vt:lpstr>Office Theme</vt:lpstr>
      <vt:lpstr>Machine Learning</vt:lpstr>
      <vt:lpstr>Course Schedule</vt:lpstr>
      <vt:lpstr>Machine Learning</vt:lpstr>
      <vt:lpstr>What Is Machine Learning?</vt:lpstr>
      <vt:lpstr>PowerPoint-Präsentation</vt:lpstr>
      <vt:lpstr>Supervised Learning</vt:lpstr>
      <vt:lpstr>Supervised Learning in Mathematical Terms</vt:lpstr>
      <vt:lpstr>Example: Image Classification</vt:lpstr>
      <vt:lpstr>Algorithmic Families of Supervised Learning</vt:lpstr>
      <vt:lpstr>Under- and Over-Fitting</vt:lpstr>
      <vt:lpstr>Bias, Variance, Irreducible Error</vt:lpstr>
      <vt:lpstr>Bias-Variance Tradeoff</vt:lpstr>
      <vt:lpstr>Hyperparameters</vt:lpstr>
      <vt:lpstr>Generalization</vt:lpstr>
      <vt:lpstr>Curse of Dimensionality</vt:lpstr>
      <vt:lpstr>Manifold Hypothesis</vt:lpstr>
      <vt:lpstr>Linear Regression</vt:lpstr>
      <vt:lpstr>General Recipe of Statistical Learning</vt:lpstr>
      <vt:lpstr>Linear Model</vt:lpstr>
      <vt:lpstr>Loss Function</vt:lpstr>
      <vt:lpstr>Cost Function</vt:lpstr>
      <vt:lpstr>Cost Minimization</vt:lpstr>
      <vt:lpstr>Gradient Descent</vt:lpstr>
      <vt:lpstr>L^2 Regularization (Ridge Regression)</vt:lpstr>
      <vt:lpstr>Classification: Logistic Regression</vt:lpstr>
      <vt:lpstr>Multi-Classification: Softmax</vt:lpstr>
      <vt:lpstr>Generalized Linear Models (GLMs)</vt:lpstr>
      <vt:lpstr>Multiplicative Model</vt:lpstr>
      <vt:lpstr>Generalized Additive Models (GAMs)</vt:lpstr>
      <vt:lpstr>Quantile Regression</vt:lpstr>
      <vt:lpstr>k-Nearest Neighbors (kNN)</vt:lpstr>
      <vt:lpstr>Image Classification with kNN</vt:lpstr>
      <vt:lpstr>Image Classification with kNN</vt:lpstr>
      <vt:lpstr>Decision Trees</vt:lpstr>
      <vt:lpstr>Ensemble Learning</vt:lpstr>
      <vt:lpstr>Bagging (Bootstrap Aggregating)</vt:lpstr>
      <vt:lpstr>Random Subspace Method</vt:lpstr>
      <vt:lpstr>Random Forests</vt:lpstr>
      <vt:lpstr>Boosting</vt:lpstr>
      <vt:lpstr>Forward Stagewise Additive Modeling</vt:lpstr>
      <vt:lpstr>AdaBoost (Adaptive Boosting)</vt:lpstr>
      <vt:lpstr>Gradient Boosting</vt:lpstr>
      <vt:lpstr>Decision Tree Sizes for Boosting</vt:lpstr>
      <vt:lpstr>PowerPoint-Präsentation</vt:lpstr>
      <vt:lpstr>PowerPoint-Präsentation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67</cp:revision>
  <dcterms:created xsi:type="dcterms:W3CDTF">2025-01-09T11:24:27Z</dcterms:created>
  <dcterms:modified xsi:type="dcterms:W3CDTF">2026-03-11T12:57:19Z</dcterms:modified>
</cp:coreProperties>
</file>