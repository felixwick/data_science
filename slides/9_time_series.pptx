
<file path=[Content_Types].xml><?xml version="1.0" encoding="utf-8"?>
<Types xmlns="http://schemas.openxmlformats.org/package/2006/content-types">
  <Default Extension="(null)" ContentType="image/x-emf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2" r:id="rId2"/>
  </p:sldMasterIdLst>
  <p:notesMasterIdLst>
    <p:notesMasterId r:id="rId37"/>
  </p:notesMasterIdLst>
  <p:sldIdLst>
    <p:sldId id="256" r:id="rId3"/>
    <p:sldId id="2076137264" r:id="rId4"/>
    <p:sldId id="2076137266" r:id="rId5"/>
    <p:sldId id="2076137301" r:id="rId6"/>
    <p:sldId id="265" r:id="rId7"/>
    <p:sldId id="258" r:id="rId8"/>
    <p:sldId id="259" r:id="rId9"/>
    <p:sldId id="2076137267" r:id="rId10"/>
    <p:sldId id="2076137269" r:id="rId11"/>
    <p:sldId id="2076137290" r:id="rId12"/>
    <p:sldId id="2076137298" r:id="rId13"/>
    <p:sldId id="2076137291" r:id="rId14"/>
    <p:sldId id="2076137292" r:id="rId15"/>
    <p:sldId id="2076137274" r:id="rId16"/>
    <p:sldId id="2076137285" r:id="rId17"/>
    <p:sldId id="2076137287" r:id="rId18"/>
    <p:sldId id="2076137282" r:id="rId19"/>
    <p:sldId id="2076137296" r:id="rId20"/>
    <p:sldId id="262" r:id="rId21"/>
    <p:sldId id="2076137295" r:id="rId22"/>
    <p:sldId id="2076137278" r:id="rId23"/>
    <p:sldId id="2076137280" r:id="rId24"/>
    <p:sldId id="2076137299" r:id="rId25"/>
    <p:sldId id="276" r:id="rId26"/>
    <p:sldId id="277" r:id="rId27"/>
    <p:sldId id="267" r:id="rId28"/>
    <p:sldId id="261" r:id="rId29"/>
    <p:sldId id="268" r:id="rId30"/>
    <p:sldId id="2076137243" r:id="rId31"/>
    <p:sldId id="2076137297" r:id="rId32"/>
    <p:sldId id="2076137294" r:id="rId33"/>
    <p:sldId id="2076137300" r:id="rId34"/>
    <p:sldId id="2076137279" r:id="rId35"/>
    <p:sldId id="2076137293" r:id="rId36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5E2E60-F7C1-4514-B4A4-71691A198565}" v="499" dt="2023-06-12T06:33:50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70"/>
    <p:restoredTop sz="94650"/>
  </p:normalViewPr>
  <p:slideViewPr>
    <p:cSldViewPr snapToGrid="0" snapToObjects="1">
      <p:cViewPr varScale="1">
        <p:scale>
          <a:sx n="120" d="100"/>
          <a:sy n="120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microsoft.com/office/2015/10/relationships/revisionInfo" Target="revisionInfo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x Wick" userId="85efb633-acf6-425d-a271-4f136bfa2fb0" providerId="ADAL" clId="{535E2E60-F7C1-4514-B4A4-71691A198565}"/>
    <pc:docChg chg="modSld">
      <pc:chgData name="Felix Wick" userId="85efb633-acf6-425d-a271-4f136bfa2fb0" providerId="ADAL" clId="{535E2E60-F7C1-4514-B4A4-71691A198565}" dt="2023-06-12T13:15:17.312" v="18" actId="5793"/>
      <pc:docMkLst>
        <pc:docMk/>
      </pc:docMkLst>
      <pc:sldChg chg="modSp mod">
        <pc:chgData name="Felix Wick" userId="85efb633-acf6-425d-a271-4f136bfa2fb0" providerId="ADAL" clId="{535E2E60-F7C1-4514-B4A4-71691A198565}" dt="2023-06-12T13:15:17.312" v="18" actId="5793"/>
        <pc:sldMkLst>
          <pc:docMk/>
          <pc:sldMk cId="3051137826" sldId="2076137252"/>
        </pc:sldMkLst>
        <pc:spChg chg="mod">
          <ac:chgData name="Felix Wick" userId="85efb633-acf6-425d-a271-4f136bfa2fb0" providerId="ADAL" clId="{535E2E60-F7C1-4514-B4A4-71691A198565}" dt="2023-06-12T13:15:17.312" v="18" actId="5793"/>
          <ac:spMkLst>
            <pc:docMk/>
            <pc:sldMk cId="3051137826" sldId="2076137252"/>
            <ac:spMk id="10" creationId="{CFD38641-0DF2-4E7C-77AC-134BE72DA495}"/>
          </ac:spMkLst>
        </pc:spChg>
        <pc:spChg chg="mod">
          <ac:chgData name="Felix Wick" userId="85efb633-acf6-425d-a271-4f136bfa2fb0" providerId="ADAL" clId="{535E2E60-F7C1-4514-B4A4-71691A198565}" dt="2023-06-12T13:14:46.778" v="16" actId="20577"/>
          <ac:spMkLst>
            <pc:docMk/>
            <pc:sldMk cId="3051137826" sldId="2076137252"/>
            <ac:spMk id="11" creationId="{D71AC995-78A3-D447-7B45-0E8F0E01EFF6}"/>
          </ac:spMkLst>
        </pc:spChg>
      </pc:sldChg>
    </pc:docChg>
  </pc:docChgLst>
  <pc:docChgLst>
    <pc:chgData name="Wick, Felix" userId="85efb633-acf6-425d-a271-4f136bfa2fb0" providerId="ADAL" clId="{535E2E60-F7C1-4514-B4A4-71691A198565}"/>
    <pc:docChg chg="undo redo custSel addSld delSld modSld sldOrd">
      <pc:chgData name="Wick, Felix" userId="85efb633-acf6-425d-a271-4f136bfa2fb0" providerId="ADAL" clId="{535E2E60-F7C1-4514-B4A4-71691A198565}" dt="2023-06-12T06:33:50.055" v="15682" actId="1036"/>
      <pc:docMkLst>
        <pc:docMk/>
      </pc:docMkLst>
      <pc:sldChg chg="del">
        <pc:chgData name="Wick, Felix" userId="85efb633-acf6-425d-a271-4f136bfa2fb0" providerId="ADAL" clId="{535E2E60-F7C1-4514-B4A4-71691A198565}" dt="2023-05-20T07:55:12.302" v="850" actId="47"/>
        <pc:sldMkLst>
          <pc:docMk/>
          <pc:sldMk cId="2842694415" sldId="261"/>
        </pc:sldMkLst>
      </pc:sldChg>
      <pc:sldChg chg="del ord">
        <pc:chgData name="Wick, Felix" userId="85efb633-acf6-425d-a271-4f136bfa2fb0" providerId="ADAL" clId="{535E2E60-F7C1-4514-B4A4-71691A198565}" dt="2023-05-30T19:13:09.255" v="3709" actId="47"/>
        <pc:sldMkLst>
          <pc:docMk/>
          <pc:sldMk cId="176713722" sldId="262"/>
        </pc:sldMkLst>
      </pc:sldChg>
      <pc:sldChg chg="del ord">
        <pc:chgData name="Wick, Felix" userId="85efb633-acf6-425d-a271-4f136bfa2fb0" providerId="ADAL" clId="{535E2E60-F7C1-4514-B4A4-71691A198565}" dt="2023-06-04T16:32:36.474" v="4150" actId="47"/>
        <pc:sldMkLst>
          <pc:docMk/>
          <pc:sldMk cId="1107238145" sldId="263"/>
        </pc:sldMkLst>
      </pc:sldChg>
      <pc:sldChg chg="del">
        <pc:chgData name="Wick, Felix" userId="85efb633-acf6-425d-a271-4f136bfa2fb0" providerId="ADAL" clId="{535E2E60-F7C1-4514-B4A4-71691A198565}" dt="2023-05-19T21:18:52.135" v="0" actId="47"/>
        <pc:sldMkLst>
          <pc:docMk/>
          <pc:sldMk cId="1729879060" sldId="266"/>
        </pc:sldMkLst>
      </pc:sldChg>
      <pc:sldChg chg="modSp del mod">
        <pc:chgData name="Wick, Felix" userId="85efb633-acf6-425d-a271-4f136bfa2fb0" providerId="ADAL" clId="{535E2E60-F7C1-4514-B4A4-71691A198565}" dt="2023-06-04T20:34:38.725" v="5666" actId="47"/>
        <pc:sldMkLst>
          <pc:docMk/>
          <pc:sldMk cId="96379830" sldId="268"/>
        </pc:sldMkLst>
        <pc:spChg chg="mod">
          <ac:chgData name="Wick, Felix" userId="85efb633-acf6-425d-a271-4f136bfa2fb0" providerId="ADAL" clId="{535E2E60-F7C1-4514-B4A4-71691A198565}" dt="2023-05-30T19:05:13.323" v="3708" actId="1036"/>
          <ac:spMkLst>
            <pc:docMk/>
            <pc:sldMk cId="96379830" sldId="268"/>
            <ac:spMk id="12" creationId="{82DBE899-9D6E-C7F7-B856-5DBBA5178AD4}"/>
          </ac:spMkLst>
        </pc:spChg>
      </pc:sldChg>
      <pc:sldChg chg="addSp delSp modSp del mod ord chgLayout">
        <pc:chgData name="Wick, Felix" userId="85efb633-acf6-425d-a271-4f136bfa2fb0" providerId="ADAL" clId="{535E2E60-F7C1-4514-B4A4-71691A198565}" dt="2023-05-20T19:07:48.524" v="1589" actId="47"/>
        <pc:sldMkLst>
          <pc:docMk/>
          <pc:sldMk cId="4050544377" sldId="269"/>
        </pc:sldMkLst>
        <pc:spChg chg="mod ord">
          <ac:chgData name="Wick, Felix" userId="85efb633-acf6-425d-a271-4f136bfa2fb0" providerId="ADAL" clId="{535E2E60-F7C1-4514-B4A4-71691A198565}" dt="2023-05-20T05:47:02.265" v="397" actId="700"/>
          <ac:spMkLst>
            <pc:docMk/>
            <pc:sldMk cId="4050544377" sldId="269"/>
            <ac:spMk id="2" creationId="{30B23ADA-312E-AB64-CEC8-9E203FE0D2EE}"/>
          </ac:spMkLst>
        </pc:spChg>
        <pc:spChg chg="mod ord">
          <ac:chgData name="Wick, Felix" userId="85efb633-acf6-425d-a271-4f136bfa2fb0" providerId="ADAL" clId="{535E2E60-F7C1-4514-B4A4-71691A198565}" dt="2023-05-20T05:47:02.265" v="397" actId="700"/>
          <ac:spMkLst>
            <pc:docMk/>
            <pc:sldMk cId="4050544377" sldId="269"/>
            <ac:spMk id="3" creationId="{78F982F5-3B6B-A9A9-825A-A17CB364F232}"/>
          </ac:spMkLst>
        </pc:spChg>
        <pc:spChg chg="add mod ord">
          <ac:chgData name="Wick, Felix" userId="85efb633-acf6-425d-a271-4f136bfa2fb0" providerId="ADAL" clId="{535E2E60-F7C1-4514-B4A4-71691A198565}" dt="2023-05-20T05:47:02.265" v="397" actId="700"/>
          <ac:spMkLst>
            <pc:docMk/>
            <pc:sldMk cId="4050544377" sldId="269"/>
            <ac:spMk id="5" creationId="{734801D2-9587-8037-D635-E188262AF760}"/>
          </ac:spMkLst>
        </pc:spChg>
        <pc:spChg chg="del mod">
          <ac:chgData name="Wick, Felix" userId="85efb633-acf6-425d-a271-4f136bfa2fb0" providerId="ADAL" clId="{535E2E60-F7C1-4514-B4A4-71691A198565}" dt="2023-05-20T19:07:45.699" v="1588" actId="21"/>
          <ac:spMkLst>
            <pc:docMk/>
            <pc:sldMk cId="4050544377" sldId="269"/>
            <ac:spMk id="58" creationId="{C8269D0B-CC04-D611-2B64-F96757E6A24D}"/>
          </ac:spMkLst>
        </pc:spChg>
      </pc:sldChg>
      <pc:sldChg chg="del ord">
        <pc:chgData name="Wick, Felix" userId="85efb633-acf6-425d-a271-4f136bfa2fb0" providerId="ADAL" clId="{535E2E60-F7C1-4514-B4A4-71691A198565}" dt="2023-06-10T06:54:03.517" v="12267"/>
        <pc:sldMkLst>
          <pc:docMk/>
          <pc:sldMk cId="539310951" sldId="270"/>
        </pc:sldMkLst>
      </pc:sldChg>
      <pc:sldChg chg="addSp modSp mod ord">
        <pc:chgData name="Wick, Felix" userId="85efb633-acf6-425d-a271-4f136bfa2fb0" providerId="ADAL" clId="{535E2E60-F7C1-4514-B4A4-71691A198565}" dt="2023-06-10T09:28:52.841" v="13187" actId="167"/>
        <pc:sldMkLst>
          <pc:docMk/>
          <pc:sldMk cId="1141733653" sldId="272"/>
        </pc:sldMkLst>
        <pc:spChg chg="mod">
          <ac:chgData name="Wick, Felix" userId="85efb633-acf6-425d-a271-4f136bfa2fb0" providerId="ADAL" clId="{535E2E60-F7C1-4514-B4A4-71691A198565}" dt="2023-05-30T19:01:42.551" v="3595" actId="20577"/>
          <ac:spMkLst>
            <pc:docMk/>
            <pc:sldMk cId="1141733653" sldId="272"/>
            <ac:spMk id="2" creationId="{A62B46F5-540A-8319-5CB2-AEBE07CABE89}"/>
          </ac:spMkLst>
        </pc:spChg>
        <pc:spChg chg="mod">
          <ac:chgData name="Wick, Felix" userId="85efb633-acf6-425d-a271-4f136bfa2fb0" providerId="ADAL" clId="{535E2E60-F7C1-4514-B4A4-71691A198565}" dt="2023-06-10T09:28:22.031" v="13155" actId="255"/>
          <ac:spMkLst>
            <pc:docMk/>
            <pc:sldMk cId="1141733653" sldId="272"/>
            <ac:spMk id="3" creationId="{AE9A42FF-356B-8FF0-F726-7B70069EB14C}"/>
          </ac:spMkLst>
        </pc:spChg>
        <pc:spChg chg="mod">
          <ac:chgData name="Wick, Felix" userId="85efb633-acf6-425d-a271-4f136bfa2fb0" providerId="ADAL" clId="{535E2E60-F7C1-4514-B4A4-71691A198565}" dt="2023-06-10T09:27:10.516" v="13122" actId="1037"/>
          <ac:spMkLst>
            <pc:docMk/>
            <pc:sldMk cId="1141733653" sldId="272"/>
            <ac:spMk id="4" creationId="{E55CB5D3-4689-80E6-765B-B800A8E81DCE}"/>
          </ac:spMkLst>
        </pc:spChg>
        <pc:spChg chg="mod">
          <ac:chgData name="Wick, Felix" userId="85efb633-acf6-425d-a271-4f136bfa2fb0" providerId="ADAL" clId="{535E2E60-F7C1-4514-B4A4-71691A198565}" dt="2023-06-10T09:27:10.516" v="13122" actId="1037"/>
          <ac:spMkLst>
            <pc:docMk/>
            <pc:sldMk cId="1141733653" sldId="272"/>
            <ac:spMk id="12" creationId="{BD6E5F51-20A2-7DF2-26E3-DD81994CAF95}"/>
          </ac:spMkLst>
        </pc:spChg>
        <pc:picChg chg="add mod ord">
          <ac:chgData name="Wick, Felix" userId="85efb633-acf6-425d-a271-4f136bfa2fb0" providerId="ADAL" clId="{535E2E60-F7C1-4514-B4A4-71691A198565}" dt="2023-06-10T09:28:52.841" v="13187" actId="167"/>
          <ac:picMkLst>
            <pc:docMk/>
            <pc:sldMk cId="1141733653" sldId="272"/>
            <ac:picMk id="5" creationId="{F2A48895-E3AE-F0C7-60C6-B360551C52D9}"/>
          </ac:picMkLst>
        </pc:picChg>
        <pc:picChg chg="mod">
          <ac:chgData name="Wick, Felix" userId="85efb633-acf6-425d-a271-4f136bfa2fb0" providerId="ADAL" clId="{535E2E60-F7C1-4514-B4A4-71691A198565}" dt="2023-06-10T09:27:10.516" v="13122" actId="1037"/>
          <ac:picMkLst>
            <pc:docMk/>
            <pc:sldMk cId="1141733653" sldId="272"/>
            <ac:picMk id="6" creationId="{17D634FC-E599-9F20-47A7-FB10E27B9023}"/>
          </ac:picMkLst>
        </pc:picChg>
        <pc:picChg chg="mod">
          <ac:chgData name="Wick, Felix" userId="85efb633-acf6-425d-a271-4f136bfa2fb0" providerId="ADAL" clId="{535E2E60-F7C1-4514-B4A4-71691A198565}" dt="2023-06-10T09:27:10.516" v="13122" actId="1037"/>
          <ac:picMkLst>
            <pc:docMk/>
            <pc:sldMk cId="1141733653" sldId="272"/>
            <ac:picMk id="8" creationId="{67DD70A9-EEC9-B484-0A23-2CB9B1B57F48}"/>
          </ac:picMkLst>
        </pc:picChg>
        <pc:picChg chg="mod">
          <ac:chgData name="Wick, Felix" userId="85efb633-acf6-425d-a271-4f136bfa2fb0" providerId="ADAL" clId="{535E2E60-F7C1-4514-B4A4-71691A198565}" dt="2023-06-10T09:27:10.516" v="13122" actId="1037"/>
          <ac:picMkLst>
            <pc:docMk/>
            <pc:sldMk cId="1141733653" sldId="272"/>
            <ac:picMk id="10" creationId="{E3D52C29-171A-1108-3E4C-38871512D94C}"/>
          </ac:picMkLst>
        </pc:picChg>
        <pc:picChg chg="mod">
          <ac:chgData name="Wick, Felix" userId="85efb633-acf6-425d-a271-4f136bfa2fb0" providerId="ADAL" clId="{535E2E60-F7C1-4514-B4A4-71691A198565}" dt="2023-06-10T09:27:10.516" v="13122" actId="1037"/>
          <ac:picMkLst>
            <pc:docMk/>
            <pc:sldMk cId="1141733653" sldId="272"/>
            <ac:picMk id="14" creationId="{7A803F76-A96C-AF3E-B8A0-FE1423AF278E}"/>
          </ac:picMkLst>
        </pc:picChg>
      </pc:sldChg>
      <pc:sldChg chg="addSp modSp mod ord">
        <pc:chgData name="Wick, Felix" userId="85efb633-acf6-425d-a271-4f136bfa2fb0" providerId="ADAL" clId="{535E2E60-F7C1-4514-B4A4-71691A198565}" dt="2023-05-30T19:03:48.884" v="3612" actId="20577"/>
        <pc:sldMkLst>
          <pc:docMk/>
          <pc:sldMk cId="416698772" sldId="273"/>
        </pc:sldMkLst>
        <pc:spChg chg="mod">
          <ac:chgData name="Wick, Felix" userId="85efb633-acf6-425d-a271-4f136bfa2fb0" providerId="ADAL" clId="{535E2E60-F7C1-4514-B4A4-71691A198565}" dt="2023-05-21T11:16:15.085" v="3159" actId="20577"/>
          <ac:spMkLst>
            <pc:docMk/>
            <pc:sldMk cId="416698772" sldId="273"/>
            <ac:spMk id="2" creationId="{57F4594B-45D3-F4E7-76DF-225738CA0924}"/>
          </ac:spMkLst>
        </pc:spChg>
        <pc:spChg chg="mod">
          <ac:chgData name="Wick, Felix" userId="85efb633-acf6-425d-a271-4f136bfa2fb0" providerId="ADAL" clId="{535E2E60-F7C1-4514-B4A4-71691A198565}" dt="2023-05-30T19:03:48.884" v="3612" actId="20577"/>
          <ac:spMkLst>
            <pc:docMk/>
            <pc:sldMk cId="416698772" sldId="273"/>
            <ac:spMk id="3" creationId="{A38F5385-3D28-5888-81C2-6F3B69612492}"/>
          </ac:spMkLst>
        </pc:spChg>
        <pc:spChg chg="mod">
          <ac:chgData name="Wick, Felix" userId="85efb633-acf6-425d-a271-4f136bfa2fb0" providerId="ADAL" clId="{535E2E60-F7C1-4514-B4A4-71691A198565}" dt="2023-05-30T19:03:28.439" v="3607" actId="20577"/>
          <ac:spMkLst>
            <pc:docMk/>
            <pc:sldMk cId="416698772" sldId="273"/>
            <ac:spMk id="7" creationId="{7A972C6E-98A6-FAFD-CFCE-F015265C1ED3}"/>
          </ac:spMkLst>
        </pc:spChg>
        <pc:picChg chg="add mod">
          <ac:chgData name="Wick, Felix" userId="85efb633-acf6-425d-a271-4f136bfa2fb0" providerId="ADAL" clId="{535E2E60-F7C1-4514-B4A4-71691A198565}" dt="2023-05-21T11:16:05.969" v="3140" actId="14100"/>
          <ac:picMkLst>
            <pc:docMk/>
            <pc:sldMk cId="416698772" sldId="273"/>
            <ac:picMk id="8" creationId="{E55F429F-B838-E967-9198-7A4FA397BCC6}"/>
          </ac:picMkLst>
        </pc:picChg>
      </pc:sldChg>
      <pc:sldChg chg="modSp del mod ord">
        <pc:chgData name="Wick, Felix" userId="85efb633-acf6-425d-a271-4f136bfa2fb0" providerId="ADAL" clId="{535E2E60-F7C1-4514-B4A4-71691A198565}" dt="2023-06-09T08:27:00.958" v="6985" actId="47"/>
        <pc:sldMkLst>
          <pc:docMk/>
          <pc:sldMk cId="3506577937" sldId="279"/>
        </pc:sldMkLst>
        <pc:spChg chg="mod">
          <ac:chgData name="Wick, Felix" userId="85efb633-acf6-425d-a271-4f136bfa2fb0" providerId="ADAL" clId="{535E2E60-F7C1-4514-B4A4-71691A198565}" dt="2023-06-09T08:24:14.801" v="6980" actId="20577"/>
          <ac:spMkLst>
            <pc:docMk/>
            <pc:sldMk cId="3506577937" sldId="279"/>
            <ac:spMk id="3" creationId="{D61D9122-E815-1D18-2651-B6DACC8D7459}"/>
          </ac:spMkLst>
        </pc:spChg>
      </pc:sldChg>
      <pc:sldChg chg="addSp modSp mod ord">
        <pc:chgData name="Wick, Felix" userId="85efb633-acf6-425d-a271-4f136bfa2fb0" providerId="ADAL" clId="{535E2E60-F7C1-4514-B4A4-71691A198565}" dt="2023-06-12T05:05:37.279" v="15474" actId="14100"/>
        <pc:sldMkLst>
          <pc:docMk/>
          <pc:sldMk cId="3043096751" sldId="280"/>
        </pc:sldMkLst>
        <pc:spChg chg="mod">
          <ac:chgData name="Wick, Felix" userId="85efb633-acf6-425d-a271-4f136bfa2fb0" providerId="ADAL" clId="{535E2E60-F7C1-4514-B4A4-71691A198565}" dt="2023-06-12T05:05:21.968" v="15470" actId="1038"/>
          <ac:spMkLst>
            <pc:docMk/>
            <pc:sldMk cId="3043096751" sldId="280"/>
            <ac:spMk id="3" creationId="{D57B4245-A2A2-D996-D240-B96F7E4F16CE}"/>
          </ac:spMkLst>
        </pc:spChg>
        <pc:spChg chg="mod">
          <ac:chgData name="Wick, Felix" userId="85efb633-acf6-425d-a271-4f136bfa2fb0" providerId="ADAL" clId="{535E2E60-F7C1-4514-B4A4-71691A198565}" dt="2023-06-12T05:05:21.968" v="15470" actId="1038"/>
          <ac:spMkLst>
            <pc:docMk/>
            <pc:sldMk cId="3043096751" sldId="280"/>
            <ac:spMk id="5" creationId="{0FC17793-8D20-5843-4EAA-1EDC332053D8}"/>
          </ac:spMkLst>
        </pc:spChg>
        <pc:spChg chg="mod">
          <ac:chgData name="Wick, Felix" userId="85efb633-acf6-425d-a271-4f136bfa2fb0" providerId="ADAL" clId="{535E2E60-F7C1-4514-B4A4-71691A198565}" dt="2023-05-30T15:27:54.752" v="3402" actId="27636"/>
          <ac:spMkLst>
            <pc:docMk/>
            <pc:sldMk cId="3043096751" sldId="280"/>
            <ac:spMk id="6" creationId="{80AFF89D-7A09-049B-5C40-9BB5A322CD4E}"/>
          </ac:spMkLst>
        </pc:spChg>
        <pc:spChg chg="mod">
          <ac:chgData name="Wick, Felix" userId="85efb633-acf6-425d-a271-4f136bfa2fb0" providerId="ADAL" clId="{535E2E60-F7C1-4514-B4A4-71691A198565}" dt="2023-06-12T05:05:21.968" v="15470" actId="1038"/>
          <ac:spMkLst>
            <pc:docMk/>
            <pc:sldMk cId="3043096751" sldId="280"/>
            <ac:spMk id="7" creationId="{C021F5FD-2F4D-072A-6A68-B57D207C4CF4}"/>
          </ac:spMkLst>
        </pc:spChg>
        <pc:spChg chg="add mod">
          <ac:chgData name="Wick, Felix" userId="85efb633-acf6-425d-a271-4f136bfa2fb0" providerId="ADAL" clId="{535E2E60-F7C1-4514-B4A4-71691A198565}" dt="2023-06-12T05:05:25.839" v="15473" actId="1035"/>
          <ac:spMkLst>
            <pc:docMk/>
            <pc:sldMk cId="3043096751" sldId="280"/>
            <ac:spMk id="8" creationId="{3033307F-50CA-B249-33E2-4099E01921DF}"/>
          </ac:spMkLst>
        </pc:spChg>
        <pc:spChg chg="mod">
          <ac:chgData name="Wick, Felix" userId="85efb633-acf6-425d-a271-4f136bfa2fb0" providerId="ADAL" clId="{535E2E60-F7C1-4514-B4A4-71691A198565}" dt="2023-05-30T15:28:07.289" v="3421" actId="1035"/>
          <ac:spMkLst>
            <pc:docMk/>
            <pc:sldMk cId="3043096751" sldId="280"/>
            <ac:spMk id="9" creationId="{84294BBD-CA3C-692B-2904-97A6E3B8E6E9}"/>
          </ac:spMkLst>
        </pc:spChg>
        <pc:cxnChg chg="add mod">
          <ac:chgData name="Wick, Felix" userId="85efb633-acf6-425d-a271-4f136bfa2fb0" providerId="ADAL" clId="{535E2E60-F7C1-4514-B4A4-71691A198565}" dt="2023-06-12T05:05:37.279" v="15474" actId="14100"/>
          <ac:cxnSpMkLst>
            <pc:docMk/>
            <pc:sldMk cId="3043096751" sldId="280"/>
            <ac:cxnSpMk id="11" creationId="{46A285AB-3F98-ED8D-AF23-F5F095F76A56}"/>
          </ac:cxnSpMkLst>
        </pc:cxnChg>
        <pc:cxnChg chg="mod">
          <ac:chgData name="Wick, Felix" userId="85efb633-acf6-425d-a271-4f136bfa2fb0" providerId="ADAL" clId="{535E2E60-F7C1-4514-B4A4-71691A198565}" dt="2023-05-30T15:28:07.289" v="3421" actId="1035"/>
          <ac:cxnSpMkLst>
            <pc:docMk/>
            <pc:sldMk cId="3043096751" sldId="280"/>
            <ac:cxnSpMk id="13" creationId="{88452487-D7BA-A039-D5B7-5DC951310D64}"/>
          </ac:cxnSpMkLst>
        </pc:cxnChg>
      </pc:sldChg>
      <pc:sldChg chg="del">
        <pc:chgData name="Wick, Felix" userId="85efb633-acf6-425d-a271-4f136bfa2fb0" providerId="ADAL" clId="{535E2E60-F7C1-4514-B4A4-71691A198565}" dt="2023-06-10T22:00:52.569" v="14812" actId="47"/>
        <pc:sldMkLst>
          <pc:docMk/>
          <pc:sldMk cId="431837093" sldId="281"/>
        </pc:sldMkLst>
      </pc:sldChg>
      <pc:sldChg chg="modSp mod ord">
        <pc:chgData name="Wick, Felix" userId="85efb633-acf6-425d-a271-4f136bfa2fb0" providerId="ADAL" clId="{535E2E60-F7C1-4514-B4A4-71691A198565}" dt="2023-05-20T08:01:55.648" v="903" actId="20577"/>
        <pc:sldMkLst>
          <pc:docMk/>
          <pc:sldMk cId="2933469855" sldId="282"/>
        </pc:sldMkLst>
        <pc:spChg chg="mod">
          <ac:chgData name="Wick, Felix" userId="85efb633-acf6-425d-a271-4f136bfa2fb0" providerId="ADAL" clId="{535E2E60-F7C1-4514-B4A4-71691A198565}" dt="2023-05-20T08:01:55.648" v="903" actId="20577"/>
          <ac:spMkLst>
            <pc:docMk/>
            <pc:sldMk cId="2933469855" sldId="282"/>
            <ac:spMk id="2" creationId="{466A8612-70FA-5E78-3E4E-A564628B9F43}"/>
          </ac:spMkLst>
        </pc:spChg>
      </pc:sldChg>
      <pc:sldChg chg="addSp delSp modSp del mod">
        <pc:chgData name="Wick, Felix" userId="85efb633-acf6-425d-a271-4f136bfa2fb0" providerId="ADAL" clId="{535E2E60-F7C1-4514-B4A4-71691A198565}" dt="2023-06-12T05:11:39.022" v="15499" actId="14100"/>
        <pc:sldMkLst>
          <pc:docMk/>
          <pc:sldMk cId="631062895" sldId="283"/>
        </pc:sldMkLst>
        <pc:spChg chg="mod">
          <ac:chgData name="Wick, Felix" userId="85efb633-acf6-425d-a271-4f136bfa2fb0" providerId="ADAL" clId="{535E2E60-F7C1-4514-B4A4-71691A198565}" dt="2023-06-11T20:54:34.563" v="15179" actId="14100"/>
          <ac:spMkLst>
            <pc:docMk/>
            <pc:sldMk cId="631062895" sldId="283"/>
            <ac:spMk id="3" creationId="{1D990C52-BBD9-7EB8-8537-1B46C4C4B9FA}"/>
          </ac:spMkLst>
        </pc:spChg>
        <pc:spChg chg="mod">
          <ac:chgData name="Wick, Felix" userId="85efb633-acf6-425d-a271-4f136bfa2fb0" providerId="ADAL" clId="{535E2E60-F7C1-4514-B4A4-71691A198565}" dt="2023-06-11T20:52:55.934" v="15141" actId="14100"/>
          <ac:spMkLst>
            <pc:docMk/>
            <pc:sldMk cId="631062895" sldId="283"/>
            <ac:spMk id="7" creationId="{C95F9EE4-A992-F276-B66F-9C66492BF2E7}"/>
          </ac:spMkLst>
        </pc:spChg>
        <pc:spChg chg="add del mod">
          <ac:chgData name="Wick, Felix" userId="85efb633-acf6-425d-a271-4f136bfa2fb0" providerId="ADAL" clId="{535E2E60-F7C1-4514-B4A4-71691A198565}" dt="2023-06-12T05:11:39.022" v="15499" actId="14100"/>
          <ac:spMkLst>
            <pc:docMk/>
            <pc:sldMk cId="631062895" sldId="283"/>
            <ac:spMk id="8" creationId="{C91E5AD5-F83B-7EE9-C3C6-186DFCD95A11}"/>
          </ac:spMkLst>
        </pc:spChg>
        <pc:spChg chg="add del mod">
          <ac:chgData name="Wick, Felix" userId="85efb633-acf6-425d-a271-4f136bfa2fb0" providerId="ADAL" clId="{535E2E60-F7C1-4514-B4A4-71691A198565}" dt="2023-06-11T20:54:18.986" v="15178" actId="1035"/>
          <ac:spMkLst>
            <pc:docMk/>
            <pc:sldMk cId="631062895" sldId="283"/>
            <ac:spMk id="12" creationId="{6E93A1D2-34EB-5121-A580-28AD6BAF5875}"/>
          </ac:spMkLst>
        </pc:spChg>
        <pc:spChg chg="add mod">
          <ac:chgData name="Wick, Felix" userId="85efb633-acf6-425d-a271-4f136bfa2fb0" providerId="ADAL" clId="{535E2E60-F7C1-4514-B4A4-71691A198565}" dt="2023-06-11T20:54:18.986" v="15178" actId="1035"/>
          <ac:spMkLst>
            <pc:docMk/>
            <pc:sldMk cId="631062895" sldId="283"/>
            <ac:spMk id="14" creationId="{F57EAE46-31A5-00F3-BE59-376D8ED8A328}"/>
          </ac:spMkLst>
        </pc:spChg>
        <pc:spChg chg="del mod">
          <ac:chgData name="Wick, Felix" userId="85efb633-acf6-425d-a271-4f136bfa2fb0" providerId="ADAL" clId="{535E2E60-F7C1-4514-B4A4-71691A198565}" dt="2023-06-11T20:52:38.238" v="15136" actId="478"/>
          <ac:spMkLst>
            <pc:docMk/>
            <pc:sldMk cId="631062895" sldId="283"/>
            <ac:spMk id="27" creationId="{0D3A5139-6AAC-1715-257D-849E4CDB98C6}"/>
          </ac:spMkLst>
        </pc:spChg>
        <pc:picChg chg="add mod">
          <ac:chgData name="Wick, Felix" userId="85efb633-acf6-425d-a271-4f136bfa2fb0" providerId="ADAL" clId="{535E2E60-F7C1-4514-B4A4-71691A198565}" dt="2023-06-11T20:54:18.986" v="15178" actId="1035"/>
          <ac:picMkLst>
            <pc:docMk/>
            <pc:sldMk cId="631062895" sldId="283"/>
            <ac:picMk id="5" creationId="{02034219-2340-5C98-0D79-3D5E6A5AFE47}"/>
          </ac:picMkLst>
        </pc:picChg>
        <pc:picChg chg="add mod">
          <ac:chgData name="Wick, Felix" userId="85efb633-acf6-425d-a271-4f136bfa2fb0" providerId="ADAL" clId="{535E2E60-F7C1-4514-B4A4-71691A198565}" dt="2023-06-11T20:54:18.986" v="15178" actId="1035"/>
          <ac:picMkLst>
            <pc:docMk/>
            <pc:sldMk cId="631062895" sldId="283"/>
            <ac:picMk id="6" creationId="{AC14EB37-B50A-058B-AD36-0B2118646646}"/>
          </ac:picMkLst>
        </pc:picChg>
        <pc:cxnChg chg="mod">
          <ac:chgData name="Wick, Felix" userId="85efb633-acf6-425d-a271-4f136bfa2fb0" providerId="ADAL" clId="{535E2E60-F7C1-4514-B4A4-71691A198565}" dt="2023-06-11T20:52:14.252" v="15133" actId="14100"/>
          <ac:cxnSpMkLst>
            <pc:docMk/>
            <pc:sldMk cId="631062895" sldId="283"/>
            <ac:cxnSpMk id="9" creationId="{6777C39E-03F9-8410-3A56-37A061669723}"/>
          </ac:cxnSpMkLst>
        </pc:cxnChg>
      </pc:sldChg>
      <pc:sldChg chg="del ord">
        <pc:chgData name="Wick, Felix" userId="85efb633-acf6-425d-a271-4f136bfa2fb0" providerId="ADAL" clId="{535E2E60-F7C1-4514-B4A4-71691A198565}" dt="2023-05-20T19:30:29.971" v="1870" actId="47"/>
        <pc:sldMkLst>
          <pc:docMk/>
          <pc:sldMk cId="2484378860" sldId="285"/>
        </pc:sldMkLst>
      </pc:sldChg>
      <pc:sldChg chg="del">
        <pc:chgData name="Wick, Felix" userId="85efb633-acf6-425d-a271-4f136bfa2fb0" providerId="ADAL" clId="{535E2E60-F7C1-4514-B4A4-71691A198565}" dt="2023-05-20T19:32:59.184" v="1872" actId="47"/>
        <pc:sldMkLst>
          <pc:docMk/>
          <pc:sldMk cId="2071800166" sldId="286"/>
        </pc:sldMkLst>
      </pc:sldChg>
      <pc:sldChg chg="modSp mod ord">
        <pc:chgData name="Wick, Felix" userId="85efb633-acf6-425d-a271-4f136bfa2fb0" providerId="ADAL" clId="{535E2E60-F7C1-4514-B4A4-71691A198565}" dt="2023-06-04T17:07:09.775" v="5301" actId="20577"/>
        <pc:sldMkLst>
          <pc:docMk/>
          <pc:sldMk cId="205709024" sldId="290"/>
        </pc:sldMkLst>
        <pc:spChg chg="mod">
          <ac:chgData name="Wick, Felix" userId="85efb633-acf6-425d-a271-4f136bfa2fb0" providerId="ADAL" clId="{535E2E60-F7C1-4514-B4A4-71691A198565}" dt="2023-06-04T17:07:09.775" v="5301" actId="20577"/>
          <ac:spMkLst>
            <pc:docMk/>
            <pc:sldMk cId="205709024" sldId="290"/>
            <ac:spMk id="3" creationId="{455FDA38-027C-BDF2-FF70-B542E9092FBE}"/>
          </ac:spMkLst>
        </pc:spChg>
      </pc:sldChg>
      <pc:sldChg chg="del ord">
        <pc:chgData name="Wick, Felix" userId="85efb633-acf6-425d-a271-4f136bfa2fb0" providerId="ADAL" clId="{535E2E60-F7C1-4514-B4A4-71691A198565}" dt="2023-06-04T21:36:52.859" v="6544" actId="47"/>
        <pc:sldMkLst>
          <pc:docMk/>
          <pc:sldMk cId="4104865561" sldId="294"/>
        </pc:sldMkLst>
      </pc:sldChg>
      <pc:sldChg chg="ord">
        <pc:chgData name="Wick, Felix" userId="85efb633-acf6-425d-a271-4f136bfa2fb0" providerId="ADAL" clId="{535E2E60-F7C1-4514-B4A4-71691A198565}" dt="2023-06-10T06:54:03.517" v="12267"/>
        <pc:sldMkLst>
          <pc:docMk/>
          <pc:sldMk cId="3519318252" sldId="296"/>
        </pc:sldMkLst>
      </pc:sldChg>
      <pc:sldChg chg="modSp del mod ord">
        <pc:chgData name="Wick, Felix" userId="85efb633-acf6-425d-a271-4f136bfa2fb0" providerId="ADAL" clId="{535E2E60-F7C1-4514-B4A4-71691A198565}" dt="2023-06-10T09:18:30.049" v="12916" actId="47"/>
        <pc:sldMkLst>
          <pc:docMk/>
          <pc:sldMk cId="2058052398" sldId="298"/>
        </pc:sldMkLst>
        <pc:spChg chg="mod">
          <ac:chgData name="Wick, Felix" userId="85efb633-acf6-425d-a271-4f136bfa2fb0" providerId="ADAL" clId="{535E2E60-F7C1-4514-B4A4-71691A198565}" dt="2023-06-09T08:37:55.021" v="7210" actId="20577"/>
          <ac:spMkLst>
            <pc:docMk/>
            <pc:sldMk cId="2058052398" sldId="298"/>
            <ac:spMk id="2" creationId="{AFCE4DCC-1C88-BE0F-22BF-F3CD39DFE553}"/>
          </ac:spMkLst>
        </pc:spChg>
      </pc:sldChg>
      <pc:sldChg chg="addSp delSp modSp mod ord">
        <pc:chgData name="Wick, Felix" userId="85efb633-acf6-425d-a271-4f136bfa2fb0" providerId="ADAL" clId="{535E2E60-F7C1-4514-B4A4-71691A198565}" dt="2023-06-12T06:33:50.055" v="15682" actId="1036"/>
        <pc:sldMkLst>
          <pc:docMk/>
          <pc:sldMk cId="1198576018" sldId="299"/>
        </pc:sldMkLst>
        <pc:spChg chg="mod">
          <ac:chgData name="Wick, Felix" userId="85efb633-acf6-425d-a271-4f136bfa2fb0" providerId="ADAL" clId="{535E2E60-F7C1-4514-B4A4-71691A198565}" dt="2023-05-20T21:21:21.451" v="2813" actId="20577"/>
          <ac:spMkLst>
            <pc:docMk/>
            <pc:sldMk cId="1198576018" sldId="299"/>
            <ac:spMk id="2" creationId="{FAF00118-42C4-0F41-5612-17227D0CB322}"/>
          </ac:spMkLst>
        </pc:spChg>
        <pc:spChg chg="mod">
          <ac:chgData name="Wick, Felix" userId="85efb633-acf6-425d-a271-4f136bfa2fb0" providerId="ADAL" clId="{535E2E60-F7C1-4514-B4A4-71691A198565}" dt="2023-06-12T06:33:50.055" v="15682" actId="1036"/>
          <ac:spMkLst>
            <pc:docMk/>
            <pc:sldMk cId="1198576018" sldId="299"/>
            <ac:spMk id="3" creationId="{D4851D45-9DF9-BE1C-8FA8-AE1DDB1DB604}"/>
          </ac:spMkLst>
        </pc:spChg>
        <pc:spChg chg="add del mod">
          <ac:chgData name="Wick, Felix" userId="85efb633-acf6-425d-a271-4f136bfa2fb0" providerId="ADAL" clId="{535E2E60-F7C1-4514-B4A4-71691A198565}" dt="2023-06-12T06:30:48.938" v="15635" actId="20577"/>
          <ac:spMkLst>
            <pc:docMk/>
            <pc:sldMk cId="1198576018" sldId="299"/>
            <ac:spMk id="7" creationId="{3914D98B-D2BF-EE2C-D3A8-8BC1BF95243B}"/>
          </ac:spMkLst>
        </pc:spChg>
        <pc:spChg chg="mod">
          <ac:chgData name="Wick, Felix" userId="85efb633-acf6-425d-a271-4f136bfa2fb0" providerId="ADAL" clId="{535E2E60-F7C1-4514-B4A4-71691A198565}" dt="2023-06-12T06:31:07.359" v="15637" actId="1076"/>
          <ac:spMkLst>
            <pc:docMk/>
            <pc:sldMk cId="1198576018" sldId="299"/>
            <ac:spMk id="9" creationId="{43BCBC49-ACFE-2FE2-4091-937FD9A6CF1F}"/>
          </ac:spMkLst>
        </pc:spChg>
        <pc:spChg chg="mod">
          <ac:chgData name="Wick, Felix" userId="85efb633-acf6-425d-a271-4f136bfa2fb0" providerId="ADAL" clId="{535E2E60-F7C1-4514-B4A4-71691A198565}" dt="2023-06-12T06:30:12.606" v="15627" actId="1076"/>
          <ac:spMkLst>
            <pc:docMk/>
            <pc:sldMk cId="1198576018" sldId="299"/>
            <ac:spMk id="10" creationId="{C4A685AE-B3DA-A7CC-132F-46CB4DFB28F0}"/>
          </ac:spMkLst>
        </pc:spChg>
        <pc:spChg chg="mod">
          <ac:chgData name="Wick, Felix" userId="85efb633-acf6-425d-a271-4f136bfa2fb0" providerId="ADAL" clId="{535E2E60-F7C1-4514-B4A4-71691A198565}" dt="2023-06-12T06:33:50.055" v="15682" actId="1036"/>
          <ac:spMkLst>
            <pc:docMk/>
            <pc:sldMk cId="1198576018" sldId="299"/>
            <ac:spMk id="11" creationId="{510F9C11-CB62-8F16-CDA5-1744902446D3}"/>
          </ac:spMkLst>
        </pc:spChg>
        <pc:spChg chg="mod">
          <ac:chgData name="Wick, Felix" userId="85efb633-acf6-425d-a271-4f136bfa2fb0" providerId="ADAL" clId="{535E2E60-F7C1-4514-B4A4-71691A198565}" dt="2023-06-12T06:33:50.055" v="15682" actId="1036"/>
          <ac:spMkLst>
            <pc:docMk/>
            <pc:sldMk cId="1198576018" sldId="299"/>
            <ac:spMk id="12" creationId="{BF62E2C6-C6E5-60CB-D782-46F1EFDBAC78}"/>
          </ac:spMkLst>
        </pc:spChg>
        <pc:spChg chg="mod">
          <ac:chgData name="Wick, Felix" userId="85efb633-acf6-425d-a271-4f136bfa2fb0" providerId="ADAL" clId="{535E2E60-F7C1-4514-B4A4-71691A198565}" dt="2023-06-12T06:33:50.055" v="15682" actId="1036"/>
          <ac:spMkLst>
            <pc:docMk/>
            <pc:sldMk cId="1198576018" sldId="299"/>
            <ac:spMk id="13" creationId="{01176C67-3349-8F90-0C9E-4FE4F29243E0}"/>
          </ac:spMkLst>
        </pc:spChg>
        <pc:spChg chg="mod">
          <ac:chgData name="Wick, Felix" userId="85efb633-acf6-425d-a271-4f136bfa2fb0" providerId="ADAL" clId="{535E2E60-F7C1-4514-B4A4-71691A198565}" dt="2023-06-12T06:33:50.055" v="15682" actId="1036"/>
          <ac:spMkLst>
            <pc:docMk/>
            <pc:sldMk cId="1198576018" sldId="299"/>
            <ac:spMk id="15" creationId="{80CB76A6-5812-6AB0-6767-EC66BDD0DD7D}"/>
          </ac:spMkLst>
        </pc:spChg>
        <pc:spChg chg="del">
          <ac:chgData name="Wick, Felix" userId="85efb633-acf6-425d-a271-4f136bfa2fb0" providerId="ADAL" clId="{535E2E60-F7C1-4514-B4A4-71691A198565}" dt="2023-06-12T06:27:23.143" v="15548" actId="478"/>
          <ac:spMkLst>
            <pc:docMk/>
            <pc:sldMk cId="1198576018" sldId="299"/>
            <ac:spMk id="16" creationId="{04C31EEC-D553-922A-5667-61F530B4301F}"/>
          </ac:spMkLst>
        </pc:spChg>
        <pc:picChg chg="add del mod">
          <ac:chgData name="Wick, Felix" userId="85efb633-acf6-425d-a271-4f136bfa2fb0" providerId="ADAL" clId="{535E2E60-F7C1-4514-B4A4-71691A198565}" dt="2023-06-12T06:30:23.638" v="15630" actId="1076"/>
          <ac:picMkLst>
            <pc:docMk/>
            <pc:sldMk cId="1198576018" sldId="299"/>
            <ac:picMk id="5" creationId="{8B505B5F-123A-B6E0-3607-60D3F212C56A}"/>
          </ac:picMkLst>
        </pc:picChg>
        <pc:picChg chg="mod">
          <ac:chgData name="Wick, Felix" userId="85efb633-acf6-425d-a271-4f136bfa2fb0" providerId="ADAL" clId="{535E2E60-F7C1-4514-B4A4-71691A198565}" dt="2023-06-12T06:33:50.055" v="15682" actId="1036"/>
          <ac:picMkLst>
            <pc:docMk/>
            <pc:sldMk cId="1198576018" sldId="299"/>
            <ac:picMk id="17" creationId="{89F06512-1EFD-39BC-A15F-563A80636E21}"/>
          </ac:picMkLst>
        </pc:picChg>
        <pc:cxnChg chg="del">
          <ac:chgData name="Wick, Felix" userId="85efb633-acf6-425d-a271-4f136bfa2fb0" providerId="ADAL" clId="{535E2E60-F7C1-4514-B4A4-71691A198565}" dt="2023-06-12T06:28:11.570" v="15591" actId="478"/>
          <ac:cxnSpMkLst>
            <pc:docMk/>
            <pc:sldMk cId="1198576018" sldId="299"/>
            <ac:cxnSpMk id="6" creationId="{B95CE4AB-CCB4-8B08-EA11-FFC1D3AD219C}"/>
          </ac:cxnSpMkLst>
        </pc:cxnChg>
        <pc:cxnChg chg="del">
          <ac:chgData name="Wick, Felix" userId="85efb633-acf6-425d-a271-4f136bfa2fb0" providerId="ADAL" clId="{535E2E60-F7C1-4514-B4A4-71691A198565}" dt="2023-06-12T06:27:35.647" v="15549" actId="478"/>
          <ac:cxnSpMkLst>
            <pc:docMk/>
            <pc:sldMk cId="1198576018" sldId="299"/>
            <ac:cxnSpMk id="8" creationId="{9248E577-8475-E84A-E7A9-9B88595DEF81}"/>
          </ac:cxnSpMkLst>
        </pc:cxnChg>
        <pc:cxnChg chg="del">
          <ac:chgData name="Wick, Felix" userId="85efb633-acf6-425d-a271-4f136bfa2fb0" providerId="ADAL" clId="{535E2E60-F7C1-4514-B4A4-71691A198565}" dt="2023-06-12T06:31:16.332" v="15639" actId="478"/>
          <ac:cxnSpMkLst>
            <pc:docMk/>
            <pc:sldMk cId="1198576018" sldId="299"/>
            <ac:cxnSpMk id="14" creationId="{B4CC3381-8452-7B47-2A05-226B4742D428}"/>
          </ac:cxnSpMkLst>
        </pc:cxnChg>
      </pc:sldChg>
      <pc:sldChg chg="del ord">
        <pc:chgData name="Wick, Felix" userId="85efb633-acf6-425d-a271-4f136bfa2fb0" providerId="ADAL" clId="{535E2E60-F7C1-4514-B4A4-71691A198565}" dt="2023-06-04T16:32:38.155" v="4151" actId="47"/>
        <pc:sldMkLst>
          <pc:docMk/>
          <pc:sldMk cId="3367182295" sldId="300"/>
        </pc:sldMkLst>
      </pc:sldChg>
      <pc:sldChg chg="del ord">
        <pc:chgData name="Wick, Felix" userId="85efb633-acf6-425d-a271-4f136bfa2fb0" providerId="ADAL" clId="{535E2E60-F7C1-4514-B4A4-71691A198565}" dt="2023-05-30T15:32:18.322" v="3453" actId="47"/>
        <pc:sldMkLst>
          <pc:docMk/>
          <pc:sldMk cId="2405277906" sldId="303"/>
        </pc:sldMkLst>
      </pc:sldChg>
      <pc:sldChg chg="modSp mod">
        <pc:chgData name="Wick, Felix" userId="85efb633-acf6-425d-a271-4f136bfa2fb0" providerId="ADAL" clId="{535E2E60-F7C1-4514-B4A4-71691A198565}" dt="2023-06-04T21:06:35.276" v="5945" actId="20577"/>
        <pc:sldMkLst>
          <pc:docMk/>
          <pc:sldMk cId="3096588171" sldId="303"/>
        </pc:sldMkLst>
        <pc:spChg chg="mod">
          <ac:chgData name="Wick, Felix" userId="85efb633-acf6-425d-a271-4f136bfa2fb0" providerId="ADAL" clId="{535E2E60-F7C1-4514-B4A4-71691A198565}" dt="2023-06-04T21:06:35.276" v="5945" actId="20577"/>
          <ac:spMkLst>
            <pc:docMk/>
            <pc:sldMk cId="3096588171" sldId="303"/>
            <ac:spMk id="3" creationId="{D928FF15-BA84-C03E-85E1-68C16FEBE3C1}"/>
          </ac:spMkLst>
        </pc:spChg>
        <pc:spChg chg="mod">
          <ac:chgData name="Wick, Felix" userId="85efb633-acf6-425d-a271-4f136bfa2fb0" providerId="ADAL" clId="{535E2E60-F7C1-4514-B4A4-71691A198565}" dt="2023-06-04T21:05:38.381" v="5937" actId="1076"/>
          <ac:spMkLst>
            <pc:docMk/>
            <pc:sldMk cId="3096588171" sldId="303"/>
            <ac:spMk id="5" creationId="{CFAD40CA-EA84-1A14-90D1-E631FB088FF3}"/>
          </ac:spMkLst>
        </pc:spChg>
        <pc:cxnChg chg="mod">
          <ac:chgData name="Wick, Felix" userId="85efb633-acf6-425d-a271-4f136bfa2fb0" providerId="ADAL" clId="{535E2E60-F7C1-4514-B4A4-71691A198565}" dt="2023-06-04T21:05:38.381" v="5937" actId="1076"/>
          <ac:cxnSpMkLst>
            <pc:docMk/>
            <pc:sldMk cId="3096588171" sldId="303"/>
            <ac:cxnSpMk id="7" creationId="{AA679F65-1C18-6D37-51A4-3679A9E6510D}"/>
          </ac:cxnSpMkLst>
        </pc:cxnChg>
      </pc:sldChg>
      <pc:sldChg chg="modSp mod ord">
        <pc:chgData name="Wick, Felix" userId="85efb633-acf6-425d-a271-4f136bfa2fb0" providerId="ADAL" clId="{535E2E60-F7C1-4514-B4A4-71691A198565}" dt="2023-06-10T06:54:03.517" v="12267"/>
        <pc:sldMkLst>
          <pc:docMk/>
          <pc:sldMk cId="3075446980" sldId="304"/>
        </pc:sldMkLst>
        <pc:spChg chg="mod">
          <ac:chgData name="Wick, Felix" userId="85efb633-acf6-425d-a271-4f136bfa2fb0" providerId="ADAL" clId="{535E2E60-F7C1-4514-B4A4-71691A198565}" dt="2023-06-10T06:52:57.665" v="12238" actId="20577"/>
          <ac:spMkLst>
            <pc:docMk/>
            <pc:sldMk cId="3075446980" sldId="304"/>
            <ac:spMk id="8" creationId="{8663F9B7-DAA7-294F-A371-1F4067F6E9CC}"/>
          </ac:spMkLst>
        </pc:spChg>
      </pc:sldChg>
      <pc:sldChg chg="modSp mod">
        <pc:chgData name="Wick, Felix" userId="85efb633-acf6-425d-a271-4f136bfa2fb0" providerId="ADAL" clId="{535E2E60-F7C1-4514-B4A4-71691A198565}" dt="2023-06-10T09:17:18.280" v="12915" actId="14100"/>
        <pc:sldMkLst>
          <pc:docMk/>
          <pc:sldMk cId="1838303606" sldId="307"/>
        </pc:sldMkLst>
        <pc:spChg chg="mod">
          <ac:chgData name="Wick, Felix" userId="85efb633-acf6-425d-a271-4f136bfa2fb0" providerId="ADAL" clId="{535E2E60-F7C1-4514-B4A4-71691A198565}" dt="2023-06-10T09:17:14.888" v="12914" actId="14100"/>
          <ac:spMkLst>
            <pc:docMk/>
            <pc:sldMk cId="1838303606" sldId="307"/>
            <ac:spMk id="2" creationId="{711F6893-92E6-61CA-3EFA-47C7E9CC988C}"/>
          </ac:spMkLst>
        </pc:spChg>
        <pc:spChg chg="mod">
          <ac:chgData name="Wick, Felix" userId="85efb633-acf6-425d-a271-4f136bfa2fb0" providerId="ADAL" clId="{535E2E60-F7C1-4514-B4A4-71691A198565}" dt="2023-06-10T09:17:18.280" v="12915" actId="14100"/>
          <ac:spMkLst>
            <pc:docMk/>
            <pc:sldMk cId="1838303606" sldId="307"/>
            <ac:spMk id="3" creationId="{9BF709DE-EFCC-6EE1-52A9-4F99789121B4}"/>
          </ac:spMkLst>
        </pc:spChg>
      </pc:sldChg>
      <pc:sldChg chg="del">
        <pc:chgData name="Wick, Felix" userId="85efb633-acf6-425d-a271-4f136bfa2fb0" providerId="ADAL" clId="{535E2E60-F7C1-4514-B4A4-71691A198565}" dt="2023-05-19T21:19:13.834" v="1" actId="47"/>
        <pc:sldMkLst>
          <pc:docMk/>
          <pc:sldMk cId="240172368" sldId="308"/>
        </pc:sldMkLst>
      </pc:sldChg>
      <pc:sldChg chg="ord">
        <pc:chgData name="Wick, Felix" userId="85efb633-acf6-425d-a271-4f136bfa2fb0" providerId="ADAL" clId="{535E2E60-F7C1-4514-B4A4-71691A198565}" dt="2023-05-30T08:45:55.212" v="3172"/>
        <pc:sldMkLst>
          <pc:docMk/>
          <pc:sldMk cId="1898373171" sldId="309"/>
        </pc:sldMkLst>
      </pc:sldChg>
      <pc:sldChg chg="modSp mod">
        <pc:chgData name="Wick, Felix" userId="85efb633-acf6-425d-a271-4f136bfa2fb0" providerId="ADAL" clId="{535E2E60-F7C1-4514-B4A4-71691A198565}" dt="2023-05-20T19:40:04.966" v="1923" actId="20577"/>
        <pc:sldMkLst>
          <pc:docMk/>
          <pc:sldMk cId="361719772" sldId="311"/>
        </pc:sldMkLst>
        <pc:spChg chg="mod">
          <ac:chgData name="Wick, Felix" userId="85efb633-acf6-425d-a271-4f136bfa2fb0" providerId="ADAL" clId="{535E2E60-F7C1-4514-B4A4-71691A198565}" dt="2023-05-20T19:40:04.966" v="1923" actId="20577"/>
          <ac:spMkLst>
            <pc:docMk/>
            <pc:sldMk cId="361719772" sldId="311"/>
            <ac:spMk id="2" creationId="{EECB9D83-64A4-3C53-97D5-7979A3620543}"/>
          </ac:spMkLst>
        </pc:spChg>
      </pc:sldChg>
      <pc:sldChg chg="modSp del mod ord modClrScheme chgLayout">
        <pc:chgData name="Wick, Felix" userId="85efb633-acf6-425d-a271-4f136bfa2fb0" providerId="ADAL" clId="{535E2E60-F7C1-4514-B4A4-71691A198565}" dt="2023-05-20T19:21:03.680" v="1849" actId="47"/>
        <pc:sldMkLst>
          <pc:docMk/>
          <pc:sldMk cId="2665151031" sldId="322"/>
        </pc:sldMkLst>
        <pc:spChg chg="mod ord">
          <ac:chgData name="Wick, Felix" userId="85efb633-acf6-425d-a271-4f136bfa2fb0" providerId="ADAL" clId="{535E2E60-F7C1-4514-B4A4-71691A198565}" dt="2023-05-20T16:32:57.893" v="1412" actId="700"/>
          <ac:spMkLst>
            <pc:docMk/>
            <pc:sldMk cId="2665151031" sldId="322"/>
            <ac:spMk id="2" creationId="{19D1C3B8-153A-CD60-3B8F-51F424C3C416}"/>
          </ac:spMkLst>
        </pc:spChg>
        <pc:spChg chg="mod ord">
          <ac:chgData name="Wick, Felix" userId="85efb633-acf6-425d-a271-4f136bfa2fb0" providerId="ADAL" clId="{535E2E60-F7C1-4514-B4A4-71691A198565}" dt="2023-05-20T16:32:57.893" v="1412" actId="700"/>
          <ac:spMkLst>
            <pc:docMk/>
            <pc:sldMk cId="2665151031" sldId="322"/>
            <ac:spMk id="4" creationId="{D018E8AA-6976-D8F1-00DB-175E2B456686}"/>
          </ac:spMkLst>
        </pc:spChg>
      </pc:sldChg>
      <pc:sldChg chg="addSp modSp mod">
        <pc:chgData name="Wick, Felix" userId="85efb633-acf6-425d-a271-4f136bfa2fb0" providerId="ADAL" clId="{535E2E60-F7C1-4514-B4A4-71691A198565}" dt="2023-05-19T21:22:52.744" v="12" actId="1076"/>
        <pc:sldMkLst>
          <pc:docMk/>
          <pc:sldMk cId="3838755257" sldId="329"/>
        </pc:sldMkLst>
        <pc:spChg chg="add mod">
          <ac:chgData name="Wick, Felix" userId="85efb633-acf6-425d-a271-4f136bfa2fb0" providerId="ADAL" clId="{535E2E60-F7C1-4514-B4A4-71691A198565}" dt="2023-05-19T21:22:52.744" v="12" actId="1076"/>
          <ac:spMkLst>
            <pc:docMk/>
            <pc:sldMk cId="3838755257" sldId="329"/>
            <ac:spMk id="9" creationId="{30B4987C-4831-4A50-532E-F822DD5C8812}"/>
          </ac:spMkLst>
        </pc:spChg>
        <pc:picChg chg="mod">
          <ac:chgData name="Wick, Felix" userId="85efb633-acf6-425d-a271-4f136bfa2fb0" providerId="ADAL" clId="{535E2E60-F7C1-4514-B4A4-71691A198565}" dt="2023-05-19T21:22:46.867" v="11" actId="1076"/>
          <ac:picMkLst>
            <pc:docMk/>
            <pc:sldMk cId="3838755257" sldId="329"/>
            <ac:picMk id="12" creationId="{FFC7804B-3343-0D17-E13D-FBE8F36CC7D8}"/>
          </ac:picMkLst>
        </pc:picChg>
      </pc:sldChg>
      <pc:sldChg chg="addSp delSp modSp mod ord modClrScheme chgLayout">
        <pc:chgData name="Wick, Felix" userId="85efb633-acf6-425d-a271-4f136bfa2fb0" providerId="ADAL" clId="{535E2E60-F7C1-4514-B4A4-71691A198565}" dt="2023-06-10T08:19:55.599" v="12462" actId="14100"/>
        <pc:sldMkLst>
          <pc:docMk/>
          <pc:sldMk cId="817784504" sldId="334"/>
        </pc:sldMkLst>
        <pc:spChg chg="add mod ord">
          <ac:chgData name="Wick, Felix" userId="85efb633-acf6-425d-a271-4f136bfa2fb0" providerId="ADAL" clId="{535E2E60-F7C1-4514-B4A4-71691A198565}" dt="2023-06-10T08:19:55.599" v="12462" actId="14100"/>
          <ac:spMkLst>
            <pc:docMk/>
            <pc:sldMk cId="817784504" sldId="334"/>
            <ac:spMk id="2" creationId="{BEE6A1B5-997F-ED9A-8878-0CBFA804A9A5}"/>
          </ac:spMkLst>
        </pc:spChg>
        <pc:spChg chg="add del mod">
          <ac:chgData name="Wick, Felix" userId="85efb633-acf6-425d-a271-4f136bfa2fb0" providerId="ADAL" clId="{535E2E60-F7C1-4514-B4A4-71691A198565}" dt="2023-05-20T20:07:34.918" v="2226" actId="700"/>
          <ac:spMkLst>
            <pc:docMk/>
            <pc:sldMk cId="817784504" sldId="334"/>
            <ac:spMk id="3" creationId="{7981D437-0113-181B-FFE2-A0807EE3C658}"/>
          </ac:spMkLst>
        </pc:spChg>
        <pc:spChg chg="mod ord">
          <ac:chgData name="Wick, Felix" userId="85efb633-acf6-425d-a271-4f136bfa2fb0" providerId="ADAL" clId="{535E2E60-F7C1-4514-B4A4-71691A198565}" dt="2023-06-10T08:18:31.429" v="12369" actId="700"/>
          <ac:spMkLst>
            <pc:docMk/>
            <pc:sldMk cId="817784504" sldId="334"/>
            <ac:spMk id="4" creationId="{05291372-CC0E-CF14-3AE4-5CCE8BEE66AB}"/>
          </ac:spMkLst>
        </pc:spChg>
        <pc:spChg chg="del">
          <ac:chgData name="Wick, Felix" userId="85efb633-acf6-425d-a271-4f136bfa2fb0" providerId="ADAL" clId="{535E2E60-F7C1-4514-B4A4-71691A198565}" dt="2023-05-20T20:07:28.605" v="2225" actId="478"/>
          <ac:spMkLst>
            <pc:docMk/>
            <pc:sldMk cId="817784504" sldId="334"/>
            <ac:spMk id="55" creationId="{7D8675CE-C45D-8846-B19F-E8F209DB283F}"/>
          </ac:spMkLst>
        </pc:spChg>
        <pc:picChg chg="mod">
          <ac:chgData name="Wick, Felix" userId="85efb633-acf6-425d-a271-4f136bfa2fb0" providerId="ADAL" clId="{535E2E60-F7C1-4514-B4A4-71691A198565}" dt="2023-06-10T08:19:08.437" v="12396" actId="1036"/>
          <ac:picMkLst>
            <pc:docMk/>
            <pc:sldMk cId="817784504" sldId="334"/>
            <ac:picMk id="40" creationId="{F528E0C1-091D-8808-7441-172B9A0314BF}"/>
          </ac:picMkLst>
        </pc:picChg>
        <pc:picChg chg="mod">
          <ac:chgData name="Wick, Felix" userId="85efb633-acf6-425d-a271-4f136bfa2fb0" providerId="ADAL" clId="{535E2E60-F7C1-4514-B4A4-71691A198565}" dt="2023-06-10T08:19:30.565" v="12450" actId="1038"/>
          <ac:picMkLst>
            <pc:docMk/>
            <pc:sldMk cId="817784504" sldId="334"/>
            <ac:picMk id="42" creationId="{732AA3BB-9978-F562-5097-A81AA2178ED6}"/>
          </ac:picMkLst>
        </pc:picChg>
        <pc:picChg chg="mod">
          <ac:chgData name="Wick, Felix" userId="85efb633-acf6-425d-a271-4f136bfa2fb0" providerId="ADAL" clId="{535E2E60-F7C1-4514-B4A4-71691A198565}" dt="2023-06-10T08:19:05.664" v="12387" actId="1035"/>
          <ac:picMkLst>
            <pc:docMk/>
            <pc:sldMk cId="817784504" sldId="334"/>
            <ac:picMk id="54" creationId="{3D630D45-8100-D305-3CB3-5705863944EA}"/>
          </ac:picMkLst>
        </pc:picChg>
      </pc:sldChg>
      <pc:sldChg chg="modSp mod chgLayout">
        <pc:chgData name="Wick, Felix" userId="85efb633-acf6-425d-a271-4f136bfa2fb0" providerId="ADAL" clId="{535E2E60-F7C1-4514-B4A4-71691A198565}" dt="2023-05-20T19:18:45.786" v="1805" actId="12"/>
        <pc:sldMkLst>
          <pc:docMk/>
          <pc:sldMk cId="2888861633" sldId="538"/>
        </pc:sldMkLst>
        <pc:spChg chg="mod ord">
          <ac:chgData name="Wick, Felix" userId="85efb633-acf6-425d-a271-4f136bfa2fb0" providerId="ADAL" clId="{535E2E60-F7C1-4514-B4A4-71691A198565}" dt="2023-05-20T19:18:45.786" v="1805" actId="12"/>
          <ac:spMkLst>
            <pc:docMk/>
            <pc:sldMk cId="2888861633" sldId="538"/>
            <ac:spMk id="2" creationId="{6744E226-B719-6A4D-8895-272AFAF86BD5}"/>
          </ac:spMkLst>
        </pc:spChg>
        <pc:spChg chg="mod ord">
          <ac:chgData name="Wick, Felix" userId="85efb633-acf6-425d-a271-4f136bfa2fb0" providerId="ADAL" clId="{535E2E60-F7C1-4514-B4A4-71691A198565}" dt="2023-05-20T19:14:57.632" v="1784" actId="700"/>
          <ac:spMkLst>
            <pc:docMk/>
            <pc:sldMk cId="2888861633" sldId="538"/>
            <ac:spMk id="3" creationId="{4DD59287-6324-EF49-A18A-8503ABC25B5B}"/>
          </ac:spMkLst>
        </pc:spChg>
        <pc:spChg chg="mod ord">
          <ac:chgData name="Wick, Felix" userId="85efb633-acf6-425d-a271-4f136bfa2fb0" providerId="ADAL" clId="{535E2E60-F7C1-4514-B4A4-71691A198565}" dt="2023-05-20T19:14:57.632" v="1784" actId="700"/>
          <ac:spMkLst>
            <pc:docMk/>
            <pc:sldMk cId="2888861633" sldId="538"/>
            <ac:spMk id="20" creationId="{D9CB3BEF-37F9-7C4C-9867-6EAACA3C9B79}"/>
          </ac:spMkLst>
        </pc:spChg>
      </pc:sldChg>
      <pc:sldChg chg="del ord">
        <pc:chgData name="Wick, Felix" userId="85efb633-acf6-425d-a271-4f136bfa2fb0" providerId="ADAL" clId="{535E2E60-F7C1-4514-B4A4-71691A198565}" dt="2023-05-20T08:07:49.736" v="940" actId="47"/>
        <pc:sldMkLst>
          <pc:docMk/>
          <pc:sldMk cId="4152718748" sldId="544"/>
        </pc:sldMkLst>
      </pc:sldChg>
      <pc:sldChg chg="delSp del mod ord">
        <pc:chgData name="Wick, Felix" userId="85efb633-acf6-425d-a271-4f136bfa2fb0" providerId="ADAL" clId="{535E2E60-F7C1-4514-B4A4-71691A198565}" dt="2023-05-30T15:33:45.333" v="3472" actId="47"/>
        <pc:sldMkLst>
          <pc:docMk/>
          <pc:sldMk cId="3494194823" sldId="553"/>
        </pc:sldMkLst>
        <pc:picChg chg="del">
          <ac:chgData name="Wick, Felix" userId="85efb633-acf6-425d-a271-4f136bfa2fb0" providerId="ADAL" clId="{535E2E60-F7C1-4514-B4A4-71691A198565}" dt="2023-05-30T15:33:43.125" v="3471" actId="21"/>
          <ac:picMkLst>
            <pc:docMk/>
            <pc:sldMk cId="3494194823" sldId="553"/>
            <ac:picMk id="8" creationId="{E748EB18-F826-0669-3A55-EDB847CE6772}"/>
          </ac:picMkLst>
        </pc:picChg>
        <pc:picChg chg="del">
          <ac:chgData name="Wick, Felix" userId="85efb633-acf6-425d-a271-4f136bfa2fb0" providerId="ADAL" clId="{535E2E60-F7C1-4514-B4A4-71691A198565}" dt="2023-05-30T15:33:43.125" v="3471" actId="21"/>
          <ac:picMkLst>
            <pc:docMk/>
            <pc:sldMk cId="3494194823" sldId="553"/>
            <ac:picMk id="10" creationId="{552461EC-79B5-412B-F9C4-A56E7B5C9B82}"/>
          </ac:picMkLst>
        </pc:picChg>
      </pc:sldChg>
      <pc:sldChg chg="modSp del mod ord">
        <pc:chgData name="Wick, Felix" userId="85efb633-acf6-425d-a271-4f136bfa2fb0" providerId="ADAL" clId="{535E2E60-F7C1-4514-B4A4-71691A198565}" dt="2023-05-30T15:28:40.161" v="3422" actId="47"/>
        <pc:sldMkLst>
          <pc:docMk/>
          <pc:sldMk cId="482060627" sldId="565"/>
        </pc:sldMkLst>
        <pc:spChg chg="mod">
          <ac:chgData name="Wick, Felix" userId="85efb633-acf6-425d-a271-4f136bfa2fb0" providerId="ADAL" clId="{535E2E60-F7C1-4514-B4A4-71691A198565}" dt="2023-05-21T09:34:01.285" v="3091" actId="255"/>
          <ac:spMkLst>
            <pc:docMk/>
            <pc:sldMk cId="482060627" sldId="565"/>
            <ac:spMk id="3" creationId="{D4D0FC45-D3C0-894E-8F2C-096EC7781CE3}"/>
          </ac:spMkLst>
        </pc:spChg>
        <pc:spChg chg="mod">
          <ac:chgData name="Wick, Felix" userId="85efb633-acf6-425d-a271-4f136bfa2fb0" providerId="ADAL" clId="{535E2E60-F7C1-4514-B4A4-71691A198565}" dt="2023-05-21T09:34:32.977" v="3110" actId="1038"/>
          <ac:spMkLst>
            <pc:docMk/>
            <pc:sldMk cId="482060627" sldId="565"/>
            <ac:spMk id="8" creationId="{6CA9056A-682D-EB32-65B6-FD3CD507E6DF}"/>
          </ac:spMkLst>
        </pc:spChg>
      </pc:sldChg>
      <pc:sldChg chg="modSp mod">
        <pc:chgData name="Wick, Felix" userId="85efb633-acf6-425d-a271-4f136bfa2fb0" providerId="ADAL" clId="{535E2E60-F7C1-4514-B4A4-71691A198565}" dt="2023-05-19T21:33:06.970" v="186" actId="1076"/>
        <pc:sldMkLst>
          <pc:docMk/>
          <pc:sldMk cId="3841219869" sldId="567"/>
        </pc:sldMkLst>
        <pc:spChg chg="mod">
          <ac:chgData name="Wick, Felix" userId="85efb633-acf6-425d-a271-4f136bfa2fb0" providerId="ADAL" clId="{535E2E60-F7C1-4514-B4A4-71691A198565}" dt="2023-05-19T21:33:06.970" v="186" actId="1076"/>
          <ac:spMkLst>
            <pc:docMk/>
            <pc:sldMk cId="3841219869" sldId="567"/>
            <ac:spMk id="6" creationId="{B6A4992B-C55A-294D-A89F-4B28E1ED4A86}"/>
          </ac:spMkLst>
        </pc:spChg>
      </pc:sldChg>
      <pc:sldChg chg="del">
        <pc:chgData name="Wick, Felix" userId="85efb633-acf6-425d-a271-4f136bfa2fb0" providerId="ADAL" clId="{535E2E60-F7C1-4514-B4A4-71691A198565}" dt="2023-05-20T07:00:57.818" v="451" actId="47"/>
        <pc:sldMkLst>
          <pc:docMk/>
          <pc:sldMk cId="3179137571" sldId="572"/>
        </pc:sldMkLst>
      </pc:sldChg>
      <pc:sldChg chg="del ord">
        <pc:chgData name="Wick, Felix" userId="85efb633-acf6-425d-a271-4f136bfa2fb0" providerId="ADAL" clId="{535E2E60-F7C1-4514-B4A4-71691A198565}" dt="2023-05-30T08:49:56.592" v="3272" actId="47"/>
        <pc:sldMkLst>
          <pc:docMk/>
          <pc:sldMk cId="52915858" sldId="578"/>
        </pc:sldMkLst>
      </pc:sldChg>
      <pc:sldChg chg="ord">
        <pc:chgData name="Wick, Felix" userId="85efb633-acf6-425d-a271-4f136bfa2fb0" providerId="ADAL" clId="{535E2E60-F7C1-4514-B4A4-71691A198565}" dt="2023-06-10T08:12:40.770" v="12345"/>
        <pc:sldMkLst>
          <pc:docMk/>
          <pc:sldMk cId="3587699191" sldId="591"/>
        </pc:sldMkLst>
      </pc:sldChg>
      <pc:sldChg chg="addSp delSp modSp del mod">
        <pc:chgData name="Wick, Felix" userId="85efb633-acf6-425d-a271-4f136bfa2fb0" providerId="ADAL" clId="{535E2E60-F7C1-4514-B4A4-71691A198565}" dt="2023-05-19T21:35:35.914" v="189" actId="47"/>
        <pc:sldMkLst>
          <pc:docMk/>
          <pc:sldMk cId="801141950" sldId="606"/>
        </pc:sldMkLst>
        <pc:spChg chg="del">
          <ac:chgData name="Wick, Felix" userId="85efb633-acf6-425d-a271-4f136bfa2fb0" providerId="ADAL" clId="{535E2E60-F7C1-4514-B4A4-71691A198565}" dt="2023-05-19T21:35:31.379" v="188" actId="21"/>
          <ac:spMkLst>
            <pc:docMk/>
            <pc:sldMk cId="801141950" sldId="606"/>
            <ac:spMk id="6" creationId="{271D9478-1A48-E042-8ED0-D18C35405667}"/>
          </ac:spMkLst>
        </pc:spChg>
        <pc:spChg chg="add mod">
          <ac:chgData name="Wick, Felix" userId="85efb633-acf6-425d-a271-4f136bfa2fb0" providerId="ADAL" clId="{535E2E60-F7C1-4514-B4A4-71691A198565}" dt="2023-05-19T21:35:31.379" v="188" actId="21"/>
          <ac:spMkLst>
            <pc:docMk/>
            <pc:sldMk cId="801141950" sldId="606"/>
            <ac:spMk id="9" creationId="{4248586E-D878-CEA3-DFC5-BF743C6B1496}"/>
          </ac:spMkLst>
        </pc:spChg>
      </pc:sldChg>
      <pc:sldChg chg="del">
        <pc:chgData name="Wick, Felix" userId="85efb633-acf6-425d-a271-4f136bfa2fb0" providerId="ADAL" clId="{535E2E60-F7C1-4514-B4A4-71691A198565}" dt="2023-05-19T21:23:57.174" v="15" actId="47"/>
        <pc:sldMkLst>
          <pc:docMk/>
          <pc:sldMk cId="2853401703" sldId="608"/>
        </pc:sldMkLst>
      </pc:sldChg>
      <pc:sldChg chg="addSp modSp mod modClrScheme chgLayout">
        <pc:chgData name="Wick, Felix" userId="85efb633-acf6-425d-a271-4f136bfa2fb0" providerId="ADAL" clId="{535E2E60-F7C1-4514-B4A4-71691A198565}" dt="2023-05-20T16:27:36.359" v="1340" actId="1076"/>
        <pc:sldMkLst>
          <pc:docMk/>
          <pc:sldMk cId="1159492976" sldId="615"/>
        </pc:sldMkLst>
        <pc:spChg chg="add mod ord">
          <ac:chgData name="Wick, Felix" userId="85efb633-acf6-425d-a271-4f136bfa2fb0" providerId="ADAL" clId="{535E2E60-F7C1-4514-B4A4-71691A198565}" dt="2023-05-20T16:27:36.359" v="1340" actId="1076"/>
          <ac:spMkLst>
            <pc:docMk/>
            <pc:sldMk cId="1159492976" sldId="615"/>
            <ac:spMk id="2" creationId="{5BD803D1-8F96-D577-7F38-912A09A94324}"/>
          </ac:spMkLst>
        </pc:spChg>
        <pc:spChg chg="mod ord">
          <ac:chgData name="Wick, Felix" userId="85efb633-acf6-425d-a271-4f136bfa2fb0" providerId="ADAL" clId="{535E2E60-F7C1-4514-B4A4-71691A198565}" dt="2023-05-20T16:27:21.491" v="1339" actId="700"/>
          <ac:spMkLst>
            <pc:docMk/>
            <pc:sldMk cId="1159492976" sldId="615"/>
            <ac:spMk id="3" creationId="{32B1D448-DAED-744D-8DBF-B148FF77EDD0}"/>
          </ac:spMkLst>
        </pc:spChg>
        <pc:spChg chg="mod ord">
          <ac:chgData name="Wick, Felix" userId="85efb633-acf6-425d-a271-4f136bfa2fb0" providerId="ADAL" clId="{535E2E60-F7C1-4514-B4A4-71691A198565}" dt="2023-05-20T16:27:21.491" v="1339" actId="700"/>
          <ac:spMkLst>
            <pc:docMk/>
            <pc:sldMk cId="1159492976" sldId="615"/>
            <ac:spMk id="4" creationId="{76818D56-8C96-054B-8EE2-FB33A798E8CE}"/>
          </ac:spMkLst>
        </pc:spChg>
      </pc:sldChg>
      <pc:sldChg chg="del">
        <pc:chgData name="Wick, Felix" userId="85efb633-acf6-425d-a271-4f136bfa2fb0" providerId="ADAL" clId="{535E2E60-F7C1-4514-B4A4-71691A198565}" dt="2023-05-19T21:23:59.683" v="16" actId="47"/>
        <pc:sldMkLst>
          <pc:docMk/>
          <pc:sldMk cId="1088651811" sldId="616"/>
        </pc:sldMkLst>
      </pc:sldChg>
      <pc:sldChg chg="del ord">
        <pc:chgData name="Wick, Felix" userId="85efb633-acf6-425d-a271-4f136bfa2fb0" providerId="ADAL" clId="{535E2E60-F7C1-4514-B4A4-71691A198565}" dt="2023-05-20T19:51:32.821" v="2012" actId="47"/>
        <pc:sldMkLst>
          <pc:docMk/>
          <pc:sldMk cId="2627496908" sldId="659"/>
        </pc:sldMkLst>
      </pc:sldChg>
      <pc:sldChg chg="addSp delSp modSp mod modClrScheme chgLayout">
        <pc:chgData name="Wick, Felix" userId="85efb633-acf6-425d-a271-4f136bfa2fb0" providerId="ADAL" clId="{535E2E60-F7C1-4514-B4A4-71691A198565}" dt="2023-05-20T16:26:37.343" v="1336" actId="700"/>
        <pc:sldMkLst>
          <pc:docMk/>
          <pc:sldMk cId="1249479455" sldId="663"/>
        </pc:sldMkLst>
        <pc:spChg chg="mod ord">
          <ac:chgData name="Wick, Felix" userId="85efb633-acf6-425d-a271-4f136bfa2fb0" providerId="ADAL" clId="{535E2E60-F7C1-4514-B4A4-71691A198565}" dt="2023-05-20T16:26:37.343" v="1336" actId="700"/>
          <ac:spMkLst>
            <pc:docMk/>
            <pc:sldMk cId="1249479455" sldId="663"/>
            <ac:spMk id="3" creationId="{E3A68BF4-AD63-4F4C-B852-8AE16A568217}"/>
          </ac:spMkLst>
        </pc:spChg>
        <pc:spChg chg="add del mod ord">
          <ac:chgData name="Wick, Felix" userId="85efb633-acf6-425d-a271-4f136bfa2fb0" providerId="ADAL" clId="{535E2E60-F7C1-4514-B4A4-71691A198565}" dt="2023-05-20T16:26:37.343" v="1336" actId="700"/>
          <ac:spMkLst>
            <pc:docMk/>
            <pc:sldMk cId="1249479455" sldId="663"/>
            <ac:spMk id="6" creationId="{C15A7447-1FBE-0EDF-CABD-8167961C07FB}"/>
          </ac:spMkLst>
        </pc:spChg>
        <pc:spChg chg="mod ord">
          <ac:chgData name="Wick, Felix" userId="85efb633-acf6-425d-a271-4f136bfa2fb0" providerId="ADAL" clId="{535E2E60-F7C1-4514-B4A4-71691A198565}" dt="2023-05-20T16:26:37.343" v="1336" actId="700"/>
          <ac:spMkLst>
            <pc:docMk/>
            <pc:sldMk cId="1249479455" sldId="663"/>
            <ac:spMk id="8" creationId="{395004B0-6592-F449-91D7-BF3B2F9A4C22}"/>
          </ac:spMkLst>
        </pc:spChg>
      </pc:sldChg>
      <pc:sldChg chg="delSp del mod ord">
        <pc:chgData name="Wick, Felix" userId="85efb633-acf6-425d-a271-4f136bfa2fb0" providerId="ADAL" clId="{535E2E60-F7C1-4514-B4A4-71691A198565}" dt="2023-05-20T19:46:51.721" v="2004" actId="47"/>
        <pc:sldMkLst>
          <pc:docMk/>
          <pc:sldMk cId="3248197055" sldId="667"/>
        </pc:sldMkLst>
        <pc:picChg chg="del">
          <ac:chgData name="Wick, Felix" userId="85efb633-acf6-425d-a271-4f136bfa2fb0" providerId="ADAL" clId="{535E2E60-F7C1-4514-B4A4-71691A198565}" dt="2023-05-20T19:44:45.574" v="1962" actId="21"/>
          <ac:picMkLst>
            <pc:docMk/>
            <pc:sldMk cId="3248197055" sldId="667"/>
            <ac:picMk id="9" creationId="{05FF42D6-447A-474E-AA09-F2DA1D82FB87}"/>
          </ac:picMkLst>
        </pc:picChg>
      </pc:sldChg>
      <pc:sldChg chg="del">
        <pc:chgData name="Wick, Felix" userId="85efb633-acf6-425d-a271-4f136bfa2fb0" providerId="ADAL" clId="{535E2E60-F7C1-4514-B4A4-71691A198565}" dt="2023-05-20T19:31:20.181" v="1871" actId="47"/>
        <pc:sldMkLst>
          <pc:docMk/>
          <pc:sldMk cId="3358324258" sldId="668"/>
        </pc:sldMkLst>
      </pc:sldChg>
      <pc:sldChg chg="addSp delSp modSp mod ord">
        <pc:chgData name="Wick, Felix" userId="85efb633-acf6-425d-a271-4f136bfa2fb0" providerId="ADAL" clId="{535E2E60-F7C1-4514-B4A4-71691A198565}" dt="2023-06-12T05:04:21.108" v="15426" actId="1076"/>
        <pc:sldMkLst>
          <pc:docMk/>
          <pc:sldMk cId="3380259826" sldId="669"/>
        </pc:sldMkLst>
        <pc:spChg chg="add del mod">
          <ac:chgData name="Wick, Felix" userId="85efb633-acf6-425d-a271-4f136bfa2fb0" providerId="ADAL" clId="{535E2E60-F7C1-4514-B4A4-71691A198565}" dt="2023-06-04T16:55:18.140" v="4624" actId="478"/>
          <ac:spMkLst>
            <pc:docMk/>
            <pc:sldMk cId="3380259826" sldId="669"/>
            <ac:spMk id="2" creationId="{0F871D9F-DD2F-B70A-4CEE-3AD398FF1FC2}"/>
          </ac:spMkLst>
        </pc:spChg>
        <pc:spChg chg="mod">
          <ac:chgData name="Wick, Felix" userId="85efb633-acf6-425d-a271-4f136bfa2fb0" providerId="ADAL" clId="{535E2E60-F7C1-4514-B4A4-71691A198565}" dt="2023-06-04T16:47:54.875" v="4459" actId="20577"/>
          <ac:spMkLst>
            <pc:docMk/>
            <pc:sldMk cId="3380259826" sldId="669"/>
            <ac:spMk id="3" creationId="{D8FB5EE9-2A0C-9B40-9379-F3036AE92260}"/>
          </ac:spMkLst>
        </pc:spChg>
        <pc:spChg chg="add del mod">
          <ac:chgData name="Wick, Felix" userId="85efb633-acf6-425d-a271-4f136bfa2fb0" providerId="ADAL" clId="{535E2E60-F7C1-4514-B4A4-71691A198565}" dt="2023-06-04T17:02:02.049" v="5097"/>
          <ac:spMkLst>
            <pc:docMk/>
            <pc:sldMk cId="3380259826" sldId="669"/>
            <ac:spMk id="4" creationId="{F903D07B-41EC-77E2-0861-7D50DA040D37}"/>
          </ac:spMkLst>
        </pc:spChg>
        <pc:spChg chg="add del mod">
          <ac:chgData name="Wick, Felix" userId="85efb633-acf6-425d-a271-4f136bfa2fb0" providerId="ADAL" clId="{535E2E60-F7C1-4514-B4A4-71691A198565}" dt="2023-06-12T05:03:31.328" v="15383" actId="478"/>
          <ac:spMkLst>
            <pc:docMk/>
            <pc:sldMk cId="3380259826" sldId="669"/>
            <ac:spMk id="5" creationId="{DE79A2FC-E916-77E7-F715-277CF01935BA}"/>
          </ac:spMkLst>
        </pc:spChg>
        <pc:spChg chg="add del mod">
          <ac:chgData name="Wick, Felix" userId="85efb633-acf6-425d-a271-4f136bfa2fb0" providerId="ADAL" clId="{535E2E60-F7C1-4514-B4A4-71691A198565}" dt="2023-06-12T05:03:33.271" v="15384" actId="478"/>
          <ac:spMkLst>
            <pc:docMk/>
            <pc:sldMk cId="3380259826" sldId="669"/>
            <ac:spMk id="6" creationId="{49933132-A930-DE67-C8DD-3DB54507E325}"/>
          </ac:spMkLst>
        </pc:spChg>
        <pc:spChg chg="del">
          <ac:chgData name="Wick, Felix" userId="85efb633-acf6-425d-a271-4f136bfa2fb0" providerId="ADAL" clId="{535E2E60-F7C1-4514-B4A4-71691A198565}" dt="2023-05-20T19:50:26.587" v="2010" actId="478"/>
          <ac:spMkLst>
            <pc:docMk/>
            <pc:sldMk cId="3380259826" sldId="669"/>
            <ac:spMk id="17" creationId="{572877F2-6B56-4CED-AB6F-9028A64B7DC2}"/>
          </ac:spMkLst>
        </pc:spChg>
        <pc:spChg chg="del">
          <ac:chgData name="Wick, Felix" userId="85efb633-acf6-425d-a271-4f136bfa2fb0" providerId="ADAL" clId="{535E2E60-F7C1-4514-B4A4-71691A198565}" dt="2023-05-20T19:50:21.651" v="2008" actId="478"/>
          <ac:spMkLst>
            <pc:docMk/>
            <pc:sldMk cId="3380259826" sldId="669"/>
            <ac:spMk id="21" creationId="{52535C81-3376-4B41-9F36-B6EB2DE7708D}"/>
          </ac:spMkLst>
        </pc:spChg>
        <pc:spChg chg="del">
          <ac:chgData name="Wick, Felix" userId="85efb633-acf6-425d-a271-4f136bfa2fb0" providerId="ADAL" clId="{535E2E60-F7C1-4514-B4A4-71691A198565}" dt="2023-05-20T19:50:21.651" v="2008" actId="478"/>
          <ac:spMkLst>
            <pc:docMk/>
            <pc:sldMk cId="3380259826" sldId="669"/>
            <ac:spMk id="22" creationId="{7C7E40BD-6DAB-46AE-9D6B-D5C9A1243E5B}"/>
          </ac:spMkLst>
        </pc:spChg>
        <pc:spChg chg="mod">
          <ac:chgData name="Wick, Felix" userId="85efb633-acf6-425d-a271-4f136bfa2fb0" providerId="ADAL" clId="{535E2E60-F7C1-4514-B4A4-71691A198565}" dt="2023-06-12T05:03:59.634" v="15398" actId="1035"/>
          <ac:spMkLst>
            <pc:docMk/>
            <pc:sldMk cId="3380259826" sldId="669"/>
            <ac:spMk id="25" creationId="{27D00C66-52D9-4D12-A054-8D0E738F87F8}"/>
          </ac:spMkLst>
        </pc:spChg>
        <pc:spChg chg="mod">
          <ac:chgData name="Wick, Felix" userId="85efb633-acf6-425d-a271-4f136bfa2fb0" providerId="ADAL" clId="{535E2E60-F7C1-4514-B4A4-71691A198565}" dt="2023-06-12T05:03:59.634" v="15398" actId="1035"/>
          <ac:spMkLst>
            <pc:docMk/>
            <pc:sldMk cId="3380259826" sldId="669"/>
            <ac:spMk id="26" creationId="{00F4E917-52F5-447E-AAA9-5AC8CF688DA8}"/>
          </ac:spMkLst>
        </pc:spChg>
        <pc:spChg chg="mod">
          <ac:chgData name="Wick, Felix" userId="85efb633-acf6-425d-a271-4f136bfa2fb0" providerId="ADAL" clId="{535E2E60-F7C1-4514-B4A4-71691A198565}" dt="2023-06-12T05:03:59.634" v="15398" actId="1035"/>
          <ac:spMkLst>
            <pc:docMk/>
            <pc:sldMk cId="3380259826" sldId="669"/>
            <ac:spMk id="27" creationId="{35B04147-463E-49F9-9380-4EF910616917}"/>
          </ac:spMkLst>
        </pc:spChg>
        <pc:spChg chg="mod">
          <ac:chgData name="Wick, Felix" userId="85efb633-acf6-425d-a271-4f136bfa2fb0" providerId="ADAL" clId="{535E2E60-F7C1-4514-B4A4-71691A198565}" dt="2023-06-12T05:04:21.108" v="15426" actId="1076"/>
          <ac:spMkLst>
            <pc:docMk/>
            <pc:sldMk cId="3380259826" sldId="669"/>
            <ac:spMk id="28" creationId="{97C1F8B9-5D20-4F4B-9D2D-9A2835936CF9}"/>
          </ac:spMkLst>
        </pc:spChg>
        <pc:spChg chg="mod">
          <ac:chgData name="Wick, Felix" userId="85efb633-acf6-425d-a271-4f136bfa2fb0" providerId="ADAL" clId="{535E2E60-F7C1-4514-B4A4-71691A198565}" dt="2023-06-12T05:04:21.108" v="15426" actId="1076"/>
          <ac:spMkLst>
            <pc:docMk/>
            <pc:sldMk cId="3380259826" sldId="669"/>
            <ac:spMk id="29" creationId="{83BC18D3-AE36-46C1-B216-3CB920B0C605}"/>
          </ac:spMkLst>
        </pc:spChg>
        <pc:spChg chg="mod">
          <ac:chgData name="Wick, Felix" userId="85efb633-acf6-425d-a271-4f136bfa2fb0" providerId="ADAL" clId="{535E2E60-F7C1-4514-B4A4-71691A198565}" dt="2023-06-12T05:04:21.108" v="15426" actId="1076"/>
          <ac:spMkLst>
            <pc:docMk/>
            <pc:sldMk cId="3380259826" sldId="669"/>
            <ac:spMk id="30" creationId="{4939D652-32CF-4F4C-92FE-6855B860AF6E}"/>
          </ac:spMkLst>
        </pc:spChg>
        <pc:spChg chg="del">
          <ac:chgData name="Wick, Felix" userId="85efb633-acf6-425d-a271-4f136bfa2fb0" providerId="ADAL" clId="{535E2E60-F7C1-4514-B4A4-71691A198565}" dt="2023-05-20T19:50:17.539" v="2007" actId="478"/>
          <ac:spMkLst>
            <pc:docMk/>
            <pc:sldMk cId="3380259826" sldId="669"/>
            <ac:spMk id="31" creationId="{E59D0BB7-1D86-454D-A09D-C71285B849A0}"/>
          </ac:spMkLst>
        </pc:spChg>
        <pc:spChg chg="del mod">
          <ac:chgData name="Wick, Felix" userId="85efb633-acf6-425d-a271-4f136bfa2fb0" providerId="ADAL" clId="{535E2E60-F7C1-4514-B4A4-71691A198565}" dt="2023-06-04T16:45:02.765" v="4370" actId="478"/>
          <ac:spMkLst>
            <pc:docMk/>
            <pc:sldMk cId="3380259826" sldId="669"/>
            <ac:spMk id="33" creationId="{821E200A-B85B-460C-931E-F2FFF4EDC96B}"/>
          </ac:spMkLst>
        </pc:spChg>
        <pc:spChg chg="del mod">
          <ac:chgData name="Wick, Felix" userId="85efb633-acf6-425d-a271-4f136bfa2fb0" providerId="ADAL" clId="{535E2E60-F7C1-4514-B4A4-71691A198565}" dt="2023-06-04T16:44:41.887" v="4366" actId="478"/>
          <ac:spMkLst>
            <pc:docMk/>
            <pc:sldMk cId="3380259826" sldId="669"/>
            <ac:spMk id="34" creationId="{D63AC7BB-6E87-49E1-A041-3844F3328D1E}"/>
          </ac:spMkLst>
        </pc:spChg>
        <pc:spChg chg="del mod">
          <ac:chgData name="Wick, Felix" userId="85efb633-acf6-425d-a271-4f136bfa2fb0" providerId="ADAL" clId="{535E2E60-F7C1-4514-B4A4-71691A198565}" dt="2023-06-04T16:45:21.488" v="4377" actId="478"/>
          <ac:spMkLst>
            <pc:docMk/>
            <pc:sldMk cId="3380259826" sldId="669"/>
            <ac:spMk id="35" creationId="{BB6090C6-D4D6-45AA-8F0B-098C2EBC2FFC}"/>
          </ac:spMkLst>
        </pc:spChg>
        <pc:spChg chg="del mod">
          <ac:chgData name="Wick, Felix" userId="85efb633-acf6-425d-a271-4f136bfa2fb0" providerId="ADAL" clId="{535E2E60-F7C1-4514-B4A4-71691A198565}" dt="2023-06-04T16:46:20.912" v="4388" actId="478"/>
          <ac:spMkLst>
            <pc:docMk/>
            <pc:sldMk cId="3380259826" sldId="669"/>
            <ac:spMk id="36" creationId="{82585281-857D-40DE-AC25-55788FEC3428}"/>
          </ac:spMkLst>
        </pc:spChg>
        <pc:spChg chg="del mod">
          <ac:chgData name="Wick, Felix" userId="85efb633-acf6-425d-a271-4f136bfa2fb0" providerId="ADAL" clId="{535E2E60-F7C1-4514-B4A4-71691A198565}" dt="2023-06-04T16:46:49.327" v="4397" actId="478"/>
          <ac:spMkLst>
            <pc:docMk/>
            <pc:sldMk cId="3380259826" sldId="669"/>
            <ac:spMk id="37" creationId="{0AF77420-3ED5-43F2-8735-7444B49A0A49}"/>
          </ac:spMkLst>
        </pc:spChg>
        <pc:spChg chg="del mod">
          <ac:chgData name="Wick, Felix" userId="85efb633-acf6-425d-a271-4f136bfa2fb0" providerId="ADAL" clId="{535E2E60-F7C1-4514-B4A4-71691A198565}" dt="2023-06-04T16:47:14.705" v="4405" actId="478"/>
          <ac:spMkLst>
            <pc:docMk/>
            <pc:sldMk cId="3380259826" sldId="669"/>
            <ac:spMk id="38" creationId="{86AB5D04-F89D-4B65-96BA-82CB23590069}"/>
          </ac:spMkLst>
        </pc:spChg>
        <pc:spChg chg="del">
          <ac:chgData name="Wick, Felix" userId="85efb633-acf6-425d-a271-4f136bfa2fb0" providerId="ADAL" clId="{535E2E60-F7C1-4514-B4A4-71691A198565}" dt="2023-05-20T19:50:30.053" v="2011" actId="478"/>
          <ac:spMkLst>
            <pc:docMk/>
            <pc:sldMk cId="3380259826" sldId="669"/>
            <ac:spMk id="42" creationId="{CF5336E7-CCA3-4231-8E54-4287050ACE9D}"/>
          </ac:spMkLst>
        </pc:spChg>
        <pc:grpChg chg="del">
          <ac:chgData name="Wick, Felix" userId="85efb633-acf6-425d-a271-4f136bfa2fb0" providerId="ADAL" clId="{535E2E60-F7C1-4514-B4A4-71691A198565}" dt="2023-05-20T19:50:21.651" v="2008" actId="478"/>
          <ac:grpSpMkLst>
            <pc:docMk/>
            <pc:sldMk cId="3380259826" sldId="669"/>
            <ac:grpSpMk id="4" creationId="{303FF8A8-DD59-C942-8E4A-A88037AF5677}"/>
          </ac:grpSpMkLst>
        </pc:grpChg>
        <pc:grpChg chg="del">
          <ac:chgData name="Wick, Felix" userId="85efb633-acf6-425d-a271-4f136bfa2fb0" providerId="ADAL" clId="{535E2E60-F7C1-4514-B4A4-71691A198565}" dt="2023-05-20T19:50:21.651" v="2008" actId="478"/>
          <ac:grpSpMkLst>
            <pc:docMk/>
            <pc:sldMk cId="3380259826" sldId="669"/>
            <ac:grpSpMk id="9" creationId="{6640555F-2C60-1C4B-B9A5-BC3C76FDFDF8}"/>
          </ac:grpSpMkLst>
        </pc:grpChg>
        <pc:picChg chg="del">
          <ac:chgData name="Wick, Felix" userId="85efb633-acf6-425d-a271-4f136bfa2fb0" providerId="ADAL" clId="{535E2E60-F7C1-4514-B4A4-71691A198565}" dt="2023-05-20T19:50:24.327" v="2009" actId="478"/>
          <ac:picMkLst>
            <pc:docMk/>
            <pc:sldMk cId="3380259826" sldId="669"/>
            <ac:picMk id="14" creationId="{96525EA5-91DB-6544-BD0C-5851D3D08221}"/>
          </ac:picMkLst>
        </pc:picChg>
        <pc:cxnChg chg="del">
          <ac:chgData name="Wick, Felix" userId="85efb633-acf6-425d-a271-4f136bfa2fb0" providerId="ADAL" clId="{535E2E60-F7C1-4514-B4A4-71691A198565}" dt="2023-05-20T19:50:21.651" v="2008" actId="478"/>
          <ac:cxnSpMkLst>
            <pc:docMk/>
            <pc:sldMk cId="3380259826" sldId="669"/>
            <ac:cxnSpMk id="19" creationId="{7602FA9E-A0AD-4383-9A77-40ED0B338F7C}"/>
          </ac:cxnSpMkLst>
        </pc:cxnChg>
        <pc:cxnChg chg="del">
          <ac:chgData name="Wick, Felix" userId="85efb633-acf6-425d-a271-4f136bfa2fb0" providerId="ADAL" clId="{535E2E60-F7C1-4514-B4A4-71691A198565}" dt="2023-05-20T19:50:30.053" v="2011" actId="478"/>
          <ac:cxnSpMkLst>
            <pc:docMk/>
            <pc:sldMk cId="3380259826" sldId="669"/>
            <ac:cxnSpMk id="40" creationId="{22C1C058-1318-45AA-BDD1-75B9A2F4BF73}"/>
          </ac:cxnSpMkLst>
        </pc:cxnChg>
        <pc:cxnChg chg="del">
          <ac:chgData name="Wick, Felix" userId="85efb633-acf6-425d-a271-4f136bfa2fb0" providerId="ADAL" clId="{535E2E60-F7C1-4514-B4A4-71691A198565}" dt="2023-05-20T19:50:30.053" v="2011" actId="478"/>
          <ac:cxnSpMkLst>
            <pc:docMk/>
            <pc:sldMk cId="3380259826" sldId="669"/>
            <ac:cxnSpMk id="41" creationId="{5C63A375-43C4-49A3-A72D-CB7E09699FF3}"/>
          </ac:cxnSpMkLst>
        </pc:cxnChg>
      </pc:sldChg>
      <pc:sldChg chg="delSp del mod ord">
        <pc:chgData name="Wick, Felix" userId="85efb633-acf6-425d-a271-4f136bfa2fb0" providerId="ADAL" clId="{535E2E60-F7C1-4514-B4A4-71691A198565}" dt="2023-05-20T19:59:00.318" v="2198" actId="47"/>
        <pc:sldMkLst>
          <pc:docMk/>
          <pc:sldMk cId="1943339221" sldId="670"/>
        </pc:sldMkLst>
        <pc:spChg chg="del">
          <ac:chgData name="Wick, Felix" userId="85efb633-acf6-425d-a271-4f136bfa2fb0" providerId="ADAL" clId="{535E2E60-F7C1-4514-B4A4-71691A198565}" dt="2023-05-20T19:58:58.092" v="2197" actId="21"/>
          <ac:spMkLst>
            <pc:docMk/>
            <pc:sldMk cId="1943339221" sldId="670"/>
            <ac:spMk id="2" creationId="{516CE285-7BF4-F849-8D0A-04FCE3002530}"/>
          </ac:spMkLst>
        </pc:spChg>
        <pc:spChg chg="del">
          <ac:chgData name="Wick, Felix" userId="85efb633-acf6-425d-a271-4f136bfa2fb0" providerId="ADAL" clId="{535E2E60-F7C1-4514-B4A4-71691A198565}" dt="2023-05-20T19:58:58.092" v="2197" actId="21"/>
          <ac:spMkLst>
            <pc:docMk/>
            <pc:sldMk cId="1943339221" sldId="670"/>
            <ac:spMk id="5" creationId="{7182A479-651D-E446-9FAE-F349D916063A}"/>
          </ac:spMkLst>
        </pc:spChg>
        <pc:cxnChg chg="del">
          <ac:chgData name="Wick, Felix" userId="85efb633-acf6-425d-a271-4f136bfa2fb0" providerId="ADAL" clId="{535E2E60-F7C1-4514-B4A4-71691A198565}" dt="2023-05-20T19:58:58.092" v="2197" actId="21"/>
          <ac:cxnSpMkLst>
            <pc:docMk/>
            <pc:sldMk cId="1943339221" sldId="670"/>
            <ac:cxnSpMk id="10" creationId="{63033549-7C39-9343-BF16-C06D4799526A}"/>
          </ac:cxnSpMkLst>
        </pc:cxnChg>
      </pc:sldChg>
      <pc:sldChg chg="addSp delSp modSp mod ord chgLayout">
        <pc:chgData name="Wick, Felix" userId="85efb633-acf6-425d-a271-4f136bfa2fb0" providerId="ADAL" clId="{535E2E60-F7C1-4514-B4A4-71691A198565}" dt="2023-06-10T10:08:33.276" v="13976" actId="20577"/>
        <pc:sldMkLst>
          <pc:docMk/>
          <pc:sldMk cId="864190334" sldId="671"/>
        </pc:sldMkLst>
        <pc:spChg chg="mod ord">
          <ac:chgData name="Wick, Felix" userId="85efb633-acf6-425d-a271-4f136bfa2fb0" providerId="ADAL" clId="{535E2E60-F7C1-4514-B4A4-71691A198565}" dt="2023-06-10T10:08:33.276" v="13976" actId="20577"/>
          <ac:spMkLst>
            <pc:docMk/>
            <pc:sldMk cId="864190334" sldId="671"/>
            <ac:spMk id="2" creationId="{EE97E8B0-94C9-B440-82AA-6C8BB8C439EB}"/>
          </ac:spMkLst>
        </pc:spChg>
        <pc:spChg chg="mod ord">
          <ac:chgData name="Wick, Felix" userId="85efb633-acf6-425d-a271-4f136bfa2fb0" providerId="ADAL" clId="{535E2E60-F7C1-4514-B4A4-71691A198565}" dt="2023-06-10T10:06:06.214" v="13886" actId="20577"/>
          <ac:spMkLst>
            <pc:docMk/>
            <pc:sldMk cId="864190334" sldId="671"/>
            <ac:spMk id="3" creationId="{01A895B2-B84C-FA4A-9C60-D0C6BFD1989F}"/>
          </ac:spMkLst>
        </pc:spChg>
        <pc:spChg chg="mod ord">
          <ac:chgData name="Wick, Felix" userId="85efb633-acf6-425d-a271-4f136bfa2fb0" providerId="ADAL" clId="{535E2E60-F7C1-4514-B4A4-71691A198565}" dt="2023-06-04T16:26:20.839" v="4061" actId="27636"/>
          <ac:spMkLst>
            <pc:docMk/>
            <pc:sldMk cId="864190334" sldId="671"/>
            <ac:spMk id="6" creationId="{E3547948-7872-6E40-822F-03AC7EB6AADB}"/>
          </ac:spMkLst>
        </pc:spChg>
        <pc:spChg chg="add mod">
          <ac:chgData name="Wick, Felix" userId="85efb633-acf6-425d-a271-4f136bfa2fb0" providerId="ADAL" clId="{535E2E60-F7C1-4514-B4A4-71691A198565}" dt="2023-05-20T21:33:42.045" v="3055"/>
          <ac:spMkLst>
            <pc:docMk/>
            <pc:sldMk cId="864190334" sldId="671"/>
            <ac:spMk id="9" creationId="{64BAD879-A165-4B5A-4FD7-8EC01C5C39D2}"/>
          </ac:spMkLst>
        </pc:spChg>
        <pc:spChg chg="del mod ord">
          <ac:chgData name="Wick, Felix" userId="85efb633-acf6-425d-a271-4f136bfa2fb0" providerId="ADAL" clId="{535E2E60-F7C1-4514-B4A4-71691A198565}" dt="2023-05-20T21:33:46.061" v="3056" actId="478"/>
          <ac:spMkLst>
            <pc:docMk/>
            <pc:sldMk cId="864190334" sldId="671"/>
            <ac:spMk id="10" creationId="{8EC79C74-F6C1-E14A-B242-6B7888AC3B86}"/>
          </ac:spMkLst>
        </pc:spChg>
        <pc:spChg chg="mod">
          <ac:chgData name="Wick, Felix" userId="85efb633-acf6-425d-a271-4f136bfa2fb0" providerId="ADAL" clId="{535E2E60-F7C1-4514-B4A4-71691A198565}" dt="2023-06-10T10:06:22.738" v="13889" actId="20577"/>
          <ac:spMkLst>
            <pc:docMk/>
            <pc:sldMk cId="864190334" sldId="671"/>
            <ac:spMk id="16" creationId="{F07FF660-363F-754F-BA0C-C93DB5C51943}"/>
          </ac:spMkLst>
        </pc:spChg>
        <pc:grpChg chg="mod">
          <ac:chgData name="Wick, Felix" userId="85efb633-acf6-425d-a271-4f136bfa2fb0" providerId="ADAL" clId="{535E2E60-F7C1-4514-B4A4-71691A198565}" dt="2023-06-04T16:26:42.875" v="4119" actId="1035"/>
          <ac:grpSpMkLst>
            <pc:docMk/>
            <pc:sldMk cId="864190334" sldId="671"/>
            <ac:grpSpMk id="11" creationId="{1142B786-3C57-9341-8829-7C5B849CF1A6}"/>
          </ac:grpSpMkLst>
        </pc:grpChg>
        <pc:grpChg chg="mod">
          <ac:chgData name="Wick, Felix" userId="85efb633-acf6-425d-a271-4f136bfa2fb0" providerId="ADAL" clId="{535E2E60-F7C1-4514-B4A4-71691A198565}" dt="2023-06-10T10:06:31.452" v="13891" actId="1076"/>
          <ac:grpSpMkLst>
            <pc:docMk/>
            <pc:sldMk cId="864190334" sldId="671"/>
            <ac:grpSpMk id="12" creationId="{86B73188-F3CB-C142-B254-44AD581EB668}"/>
          </ac:grpSpMkLst>
        </pc:grpChg>
        <pc:picChg chg="mod">
          <ac:chgData name="Wick, Felix" userId="85efb633-acf6-425d-a271-4f136bfa2fb0" providerId="ADAL" clId="{535E2E60-F7C1-4514-B4A4-71691A198565}" dt="2023-06-04T16:26:55.724" v="4147" actId="1035"/>
          <ac:picMkLst>
            <pc:docMk/>
            <pc:sldMk cId="864190334" sldId="671"/>
            <ac:picMk id="26" creationId="{B896FAAF-1350-6745-8FA9-011D8AE994FC}"/>
          </ac:picMkLst>
        </pc:picChg>
      </pc:sldChg>
      <pc:sldChg chg="modSp mod chgLayout">
        <pc:chgData name="Wick, Felix" userId="85efb633-acf6-425d-a271-4f136bfa2fb0" providerId="ADAL" clId="{535E2E60-F7C1-4514-B4A4-71691A198565}" dt="2023-05-20T19:24:03.774" v="1869" actId="20577"/>
        <pc:sldMkLst>
          <pc:docMk/>
          <pc:sldMk cId="2133890559" sldId="672"/>
        </pc:sldMkLst>
        <pc:spChg chg="mod ord">
          <ac:chgData name="Wick, Felix" userId="85efb633-acf6-425d-a271-4f136bfa2fb0" providerId="ADAL" clId="{535E2E60-F7C1-4514-B4A4-71691A198565}" dt="2023-05-20T19:24:03.774" v="1869" actId="20577"/>
          <ac:spMkLst>
            <pc:docMk/>
            <pc:sldMk cId="2133890559" sldId="672"/>
            <ac:spMk id="2" creationId="{C6382129-9B05-C447-B38D-C0DD9854579D}"/>
          </ac:spMkLst>
        </pc:spChg>
        <pc:spChg chg="mod ord">
          <ac:chgData name="Wick, Felix" userId="85efb633-acf6-425d-a271-4f136bfa2fb0" providerId="ADAL" clId="{535E2E60-F7C1-4514-B4A4-71691A198565}" dt="2023-05-20T19:14:19.913" v="1776" actId="700"/>
          <ac:spMkLst>
            <pc:docMk/>
            <pc:sldMk cId="2133890559" sldId="672"/>
            <ac:spMk id="3" creationId="{5FACFAEF-A4F5-6E42-91E2-D6FDD3EF18BC}"/>
          </ac:spMkLst>
        </pc:spChg>
        <pc:spChg chg="mod ord">
          <ac:chgData name="Wick, Felix" userId="85efb633-acf6-425d-a271-4f136bfa2fb0" providerId="ADAL" clId="{535E2E60-F7C1-4514-B4A4-71691A198565}" dt="2023-05-20T19:14:19.913" v="1776" actId="700"/>
          <ac:spMkLst>
            <pc:docMk/>
            <pc:sldMk cId="2133890559" sldId="672"/>
            <ac:spMk id="4" creationId="{FC01A6C8-8C5C-A440-BAD3-675102129A32}"/>
          </ac:spMkLst>
        </pc:spChg>
      </pc:sldChg>
      <pc:sldChg chg="del">
        <pc:chgData name="Wick, Felix" userId="85efb633-acf6-425d-a271-4f136bfa2fb0" providerId="ADAL" clId="{535E2E60-F7C1-4514-B4A4-71691A198565}" dt="2023-05-19T21:19:17.396" v="2" actId="47"/>
        <pc:sldMkLst>
          <pc:docMk/>
          <pc:sldMk cId="2151596952" sldId="673"/>
        </pc:sldMkLst>
      </pc:sldChg>
      <pc:sldChg chg="ord">
        <pc:chgData name="Wick, Felix" userId="85efb633-acf6-425d-a271-4f136bfa2fb0" providerId="ADAL" clId="{535E2E60-F7C1-4514-B4A4-71691A198565}" dt="2023-05-20T08:23:07.846" v="1229"/>
        <pc:sldMkLst>
          <pc:docMk/>
          <pc:sldMk cId="4260294442" sldId="674"/>
        </pc:sldMkLst>
      </pc:sldChg>
      <pc:sldChg chg="addSp modSp mod modClrScheme chgLayout">
        <pc:chgData name="Wick, Felix" userId="85efb633-acf6-425d-a271-4f136bfa2fb0" providerId="ADAL" clId="{535E2E60-F7C1-4514-B4A4-71691A198565}" dt="2023-05-20T19:13:38.686" v="1775" actId="1076"/>
        <pc:sldMkLst>
          <pc:docMk/>
          <pc:sldMk cId="3250323723" sldId="677"/>
        </pc:sldMkLst>
        <pc:spChg chg="mod ord">
          <ac:chgData name="Wick, Felix" userId="85efb633-acf6-425d-a271-4f136bfa2fb0" providerId="ADAL" clId="{535E2E60-F7C1-4514-B4A4-71691A198565}" dt="2023-05-20T19:13:38.686" v="1775" actId="1076"/>
          <ac:spMkLst>
            <pc:docMk/>
            <pc:sldMk cId="3250323723" sldId="677"/>
            <ac:spMk id="2" creationId="{8CED6711-ABAB-CE4F-9B92-60D23F54C70D}"/>
          </ac:spMkLst>
        </pc:spChg>
        <pc:spChg chg="mod ord">
          <ac:chgData name="Wick, Felix" userId="85efb633-acf6-425d-a271-4f136bfa2fb0" providerId="ADAL" clId="{535E2E60-F7C1-4514-B4A4-71691A198565}" dt="2023-05-20T16:39:14.061" v="1514" actId="700"/>
          <ac:spMkLst>
            <pc:docMk/>
            <pc:sldMk cId="3250323723" sldId="677"/>
            <ac:spMk id="3" creationId="{C19CF96B-D3BC-3448-BB67-D8A80F1F014C}"/>
          </ac:spMkLst>
        </pc:spChg>
        <pc:spChg chg="mod ord">
          <ac:chgData name="Wick, Felix" userId="85efb633-acf6-425d-a271-4f136bfa2fb0" providerId="ADAL" clId="{535E2E60-F7C1-4514-B4A4-71691A198565}" dt="2023-05-20T16:39:14.061" v="1514" actId="700"/>
          <ac:spMkLst>
            <pc:docMk/>
            <pc:sldMk cId="3250323723" sldId="677"/>
            <ac:spMk id="4" creationId="{5F7EAEA5-51D9-064A-AC94-DCC89CA92091}"/>
          </ac:spMkLst>
        </pc:spChg>
        <pc:spChg chg="mod">
          <ac:chgData name="Wick, Felix" userId="85efb633-acf6-425d-a271-4f136bfa2fb0" providerId="ADAL" clId="{535E2E60-F7C1-4514-B4A4-71691A198565}" dt="2023-05-20T16:30:04.915" v="1403" actId="20577"/>
          <ac:spMkLst>
            <pc:docMk/>
            <pc:sldMk cId="3250323723" sldId="677"/>
            <ac:spMk id="5" creationId="{ED0BF8D5-54EA-D947-A704-E6CD2C8ADA85}"/>
          </ac:spMkLst>
        </pc:spChg>
        <pc:spChg chg="mod">
          <ac:chgData name="Wick, Felix" userId="85efb633-acf6-425d-a271-4f136bfa2fb0" providerId="ADAL" clId="{535E2E60-F7C1-4514-B4A4-71691A198565}" dt="2023-05-20T19:13:38.686" v="1775" actId="1076"/>
          <ac:spMkLst>
            <pc:docMk/>
            <pc:sldMk cId="3250323723" sldId="677"/>
            <ac:spMk id="6" creationId="{A7ED9840-FABE-C64F-AE67-2ADACB72CBD2}"/>
          </ac:spMkLst>
        </pc:spChg>
        <pc:spChg chg="mod">
          <ac:chgData name="Wick, Felix" userId="85efb633-acf6-425d-a271-4f136bfa2fb0" providerId="ADAL" clId="{535E2E60-F7C1-4514-B4A4-71691A198565}" dt="2023-05-20T16:37:51.365" v="1428" actId="20577"/>
          <ac:spMkLst>
            <pc:docMk/>
            <pc:sldMk cId="3250323723" sldId="677"/>
            <ac:spMk id="7" creationId="{05747CD7-EEFC-FF44-BCBB-A7895E5586EA}"/>
          </ac:spMkLst>
        </pc:spChg>
        <pc:spChg chg="add mod">
          <ac:chgData name="Wick, Felix" userId="85efb633-acf6-425d-a271-4f136bfa2fb0" providerId="ADAL" clId="{535E2E60-F7C1-4514-B4A4-71691A198565}" dt="2023-05-20T19:13:27.197" v="1753" actId="1076"/>
          <ac:spMkLst>
            <pc:docMk/>
            <pc:sldMk cId="3250323723" sldId="677"/>
            <ac:spMk id="8" creationId="{14D10E81-39E8-058F-8A3D-66EA7EC4519B}"/>
          </ac:spMkLst>
        </pc:spChg>
      </pc:sldChg>
      <pc:sldChg chg="modSp mod ord modClrScheme chgLayout">
        <pc:chgData name="Wick, Felix" userId="85efb633-acf6-425d-a271-4f136bfa2fb0" providerId="ADAL" clId="{535E2E60-F7C1-4514-B4A4-71691A198565}" dt="2023-05-20T16:41:35.588" v="1569" actId="20577"/>
        <pc:sldMkLst>
          <pc:docMk/>
          <pc:sldMk cId="4237734285" sldId="678"/>
        </pc:sldMkLst>
        <pc:spChg chg="mod">
          <ac:chgData name="Wick, Felix" userId="85efb633-acf6-425d-a271-4f136bfa2fb0" providerId="ADAL" clId="{535E2E60-F7C1-4514-B4A4-71691A198565}" dt="2023-05-20T16:40:09.428" v="1524" actId="1076"/>
          <ac:spMkLst>
            <pc:docMk/>
            <pc:sldMk cId="4237734285" sldId="678"/>
            <ac:spMk id="2" creationId="{17001C6B-A715-B64F-93DA-ED04C0C13A9B}"/>
          </ac:spMkLst>
        </pc:spChg>
        <pc:spChg chg="mod ord">
          <ac:chgData name="Wick, Felix" userId="85efb633-acf6-425d-a271-4f136bfa2fb0" providerId="ADAL" clId="{535E2E60-F7C1-4514-B4A4-71691A198565}" dt="2023-05-20T16:41:35.588" v="1569" actId="20577"/>
          <ac:spMkLst>
            <pc:docMk/>
            <pc:sldMk cId="4237734285" sldId="678"/>
            <ac:spMk id="3" creationId="{7F13FBBB-D024-F54B-85D1-249D83A90656}"/>
          </ac:spMkLst>
        </pc:spChg>
        <pc:spChg chg="mod ord">
          <ac:chgData name="Wick, Felix" userId="85efb633-acf6-425d-a271-4f136bfa2fb0" providerId="ADAL" clId="{535E2E60-F7C1-4514-B4A4-71691A198565}" dt="2023-05-20T16:39:29.412" v="1516" actId="700"/>
          <ac:spMkLst>
            <pc:docMk/>
            <pc:sldMk cId="4237734285" sldId="678"/>
            <ac:spMk id="12" creationId="{2E2E5122-9935-C94D-894E-A7AC9445D350}"/>
          </ac:spMkLst>
        </pc:spChg>
        <pc:spChg chg="mod">
          <ac:chgData name="Wick, Felix" userId="85efb633-acf6-425d-a271-4f136bfa2fb0" providerId="ADAL" clId="{535E2E60-F7C1-4514-B4A4-71691A198565}" dt="2023-05-20T16:39:43.386" v="1518" actId="20577"/>
          <ac:spMkLst>
            <pc:docMk/>
            <pc:sldMk cId="4237734285" sldId="678"/>
            <ac:spMk id="14" creationId="{EBCC6A5F-A558-4F42-B495-E3549BFD5548}"/>
          </ac:spMkLst>
        </pc:spChg>
        <pc:spChg chg="mod">
          <ac:chgData name="Wick, Felix" userId="85efb633-acf6-425d-a271-4f136bfa2fb0" providerId="ADAL" clId="{535E2E60-F7C1-4514-B4A4-71691A198565}" dt="2023-05-20T16:39:46.463" v="1520" actId="20577"/>
          <ac:spMkLst>
            <pc:docMk/>
            <pc:sldMk cId="4237734285" sldId="678"/>
            <ac:spMk id="23" creationId="{5356E90E-5D76-9B4A-8C37-6A91530765CE}"/>
          </ac:spMkLst>
        </pc:spChg>
        <pc:spChg chg="mod">
          <ac:chgData name="Wick, Felix" userId="85efb633-acf6-425d-a271-4f136bfa2fb0" providerId="ADAL" clId="{535E2E60-F7C1-4514-B4A4-71691A198565}" dt="2023-05-20T16:39:50.825" v="1522" actId="20577"/>
          <ac:spMkLst>
            <pc:docMk/>
            <pc:sldMk cId="4237734285" sldId="678"/>
            <ac:spMk id="25" creationId="{951BCD71-2778-0447-B328-5590B5BF41F4}"/>
          </ac:spMkLst>
        </pc:spChg>
      </pc:sldChg>
      <pc:sldChg chg="addSp delSp modSp mod modClrScheme chgLayout">
        <pc:chgData name="Wick, Felix" userId="85efb633-acf6-425d-a271-4f136bfa2fb0" providerId="ADAL" clId="{535E2E60-F7C1-4514-B4A4-71691A198565}" dt="2023-05-20T19:20:53.132" v="1848" actId="20577"/>
        <pc:sldMkLst>
          <pc:docMk/>
          <pc:sldMk cId="2674686782" sldId="679"/>
        </pc:sldMkLst>
        <pc:spChg chg="add del mod ord">
          <ac:chgData name="Wick, Felix" userId="85efb633-acf6-425d-a271-4f136bfa2fb0" providerId="ADAL" clId="{535E2E60-F7C1-4514-B4A4-71691A198565}" dt="2023-05-20T16:31:28.558" v="1409" actId="700"/>
          <ac:spMkLst>
            <pc:docMk/>
            <pc:sldMk cId="2674686782" sldId="679"/>
            <ac:spMk id="2" creationId="{C75047EE-9C1C-94F2-13CE-FF13CBA01BEA}"/>
          </ac:spMkLst>
        </pc:spChg>
        <pc:spChg chg="mod ord">
          <ac:chgData name="Wick, Felix" userId="85efb633-acf6-425d-a271-4f136bfa2fb0" providerId="ADAL" clId="{535E2E60-F7C1-4514-B4A4-71691A198565}" dt="2023-05-20T16:32:25.212" v="1411" actId="700"/>
          <ac:spMkLst>
            <pc:docMk/>
            <pc:sldMk cId="2674686782" sldId="679"/>
            <ac:spMk id="3" creationId="{413EDBBA-1253-854E-A754-C1B82F62A53A}"/>
          </ac:spMkLst>
        </pc:spChg>
        <pc:spChg chg="mod ord">
          <ac:chgData name="Wick, Felix" userId="85efb633-acf6-425d-a271-4f136bfa2fb0" providerId="ADAL" clId="{535E2E60-F7C1-4514-B4A4-71691A198565}" dt="2023-05-20T19:20:53.132" v="1848" actId="20577"/>
          <ac:spMkLst>
            <pc:docMk/>
            <pc:sldMk cId="2674686782" sldId="679"/>
            <ac:spMk id="4" creationId="{171899F8-A695-CB48-9045-FDEF8832184E}"/>
          </ac:spMkLst>
        </pc:spChg>
      </pc:sldChg>
      <pc:sldChg chg="ord">
        <pc:chgData name="Wick, Felix" userId="85efb633-acf6-425d-a271-4f136bfa2fb0" providerId="ADAL" clId="{535E2E60-F7C1-4514-B4A4-71691A198565}" dt="2023-05-20T07:23:38.358" v="691"/>
        <pc:sldMkLst>
          <pc:docMk/>
          <pc:sldMk cId="457705963" sldId="680"/>
        </pc:sldMkLst>
      </pc:sldChg>
      <pc:sldChg chg="modSp mod ord">
        <pc:chgData name="Wick, Felix" userId="85efb633-acf6-425d-a271-4f136bfa2fb0" providerId="ADAL" clId="{535E2E60-F7C1-4514-B4A4-71691A198565}" dt="2023-06-10T08:16:23.674" v="12358"/>
        <pc:sldMkLst>
          <pc:docMk/>
          <pc:sldMk cId="3807621758" sldId="681"/>
        </pc:sldMkLst>
        <pc:spChg chg="mod">
          <ac:chgData name="Wick, Felix" userId="85efb633-acf6-425d-a271-4f136bfa2fb0" providerId="ADAL" clId="{535E2E60-F7C1-4514-B4A4-71691A198565}" dt="2023-06-10T08:13:25.649" v="12349" actId="14100"/>
          <ac:spMkLst>
            <pc:docMk/>
            <pc:sldMk cId="3807621758" sldId="681"/>
            <ac:spMk id="2" creationId="{E5678456-20EF-8744-9BD9-44BD5F7C9644}"/>
          </ac:spMkLst>
        </pc:spChg>
      </pc:sldChg>
      <pc:sldChg chg="addSp modSp mod ord">
        <pc:chgData name="Wick, Felix" userId="85efb633-acf6-425d-a271-4f136bfa2fb0" providerId="ADAL" clId="{535E2E60-F7C1-4514-B4A4-71691A198565}" dt="2023-06-12T05:08:51.133" v="15496" actId="1076"/>
        <pc:sldMkLst>
          <pc:docMk/>
          <pc:sldMk cId="2471018423" sldId="682"/>
        </pc:sldMkLst>
        <pc:spChg chg="mod">
          <ac:chgData name="Wick, Felix" userId="85efb633-acf6-425d-a271-4f136bfa2fb0" providerId="ADAL" clId="{535E2E60-F7C1-4514-B4A4-71691A198565}" dt="2023-05-20T20:01:37.025" v="2205" actId="27636"/>
          <ac:spMkLst>
            <pc:docMk/>
            <pc:sldMk cId="2471018423" sldId="682"/>
            <ac:spMk id="3" creationId="{F32FCC10-8545-2083-F633-36ECF823DC08}"/>
          </ac:spMkLst>
        </pc:spChg>
        <pc:spChg chg="add mod">
          <ac:chgData name="Wick, Felix" userId="85efb633-acf6-425d-a271-4f136bfa2fb0" providerId="ADAL" clId="{535E2E60-F7C1-4514-B4A4-71691A198565}" dt="2023-05-20T20:03:22.526" v="2216" actId="1076"/>
          <ac:spMkLst>
            <pc:docMk/>
            <pc:sldMk cId="2471018423" sldId="682"/>
            <ac:spMk id="5" creationId="{804D5CA4-59B9-8AEA-7DD8-3C2E7B69893D}"/>
          </ac:spMkLst>
        </pc:spChg>
        <pc:spChg chg="add mod">
          <ac:chgData name="Wick, Felix" userId="85efb633-acf6-425d-a271-4f136bfa2fb0" providerId="ADAL" clId="{535E2E60-F7C1-4514-B4A4-71691A198565}" dt="2023-05-20T20:03:55.082" v="2224" actId="1035"/>
          <ac:spMkLst>
            <pc:docMk/>
            <pc:sldMk cId="2471018423" sldId="682"/>
            <ac:spMk id="6" creationId="{4F914F96-5D83-53CF-A1A4-98198E01EFD9}"/>
          </ac:spMkLst>
        </pc:spChg>
        <pc:spChg chg="add mod">
          <ac:chgData name="Wick, Felix" userId="85efb633-acf6-425d-a271-4f136bfa2fb0" providerId="ADAL" clId="{535E2E60-F7C1-4514-B4A4-71691A198565}" dt="2023-06-12T05:08:51.133" v="15496" actId="1076"/>
          <ac:spMkLst>
            <pc:docMk/>
            <pc:sldMk cId="2471018423" sldId="682"/>
            <ac:spMk id="8" creationId="{5B769A41-4005-10D3-8FBE-6E3F868A80AA}"/>
          </ac:spMkLst>
        </pc:spChg>
        <pc:cxnChg chg="add mod">
          <ac:chgData name="Wick, Felix" userId="85efb633-acf6-425d-a271-4f136bfa2fb0" providerId="ADAL" clId="{535E2E60-F7C1-4514-B4A4-71691A198565}" dt="2023-05-20T20:03:43.061" v="2219" actId="14100"/>
          <ac:cxnSpMkLst>
            <pc:docMk/>
            <pc:sldMk cId="2471018423" sldId="682"/>
            <ac:cxnSpMk id="7" creationId="{4D31E913-8076-767F-3FFA-49228926DD2A}"/>
          </ac:cxnSpMkLst>
        </pc:cxnChg>
      </pc:sldChg>
      <pc:sldChg chg="addSp delSp modSp mod ord">
        <pc:chgData name="Wick, Felix" userId="85efb633-acf6-425d-a271-4f136bfa2fb0" providerId="ADAL" clId="{535E2E60-F7C1-4514-B4A4-71691A198565}" dt="2023-06-10T08:34:38.129" v="12776"/>
        <pc:sldMkLst>
          <pc:docMk/>
          <pc:sldMk cId="973959841" sldId="685"/>
        </pc:sldMkLst>
        <pc:spChg chg="mod">
          <ac:chgData name="Wick, Felix" userId="85efb633-acf6-425d-a271-4f136bfa2fb0" providerId="ADAL" clId="{535E2E60-F7C1-4514-B4A4-71691A198565}" dt="2023-06-05T11:31:49.647" v="6818" actId="20577"/>
          <ac:spMkLst>
            <pc:docMk/>
            <pc:sldMk cId="973959841" sldId="685"/>
            <ac:spMk id="2" creationId="{0B9EAE77-5884-7BC0-FB6D-D7EE75A62E8A}"/>
          </ac:spMkLst>
        </pc:spChg>
        <pc:spChg chg="mod">
          <ac:chgData name="Wick, Felix" userId="85efb633-acf6-425d-a271-4f136bfa2fb0" providerId="ADAL" clId="{535E2E60-F7C1-4514-B4A4-71691A198565}" dt="2023-06-09T10:12:12.393" v="9247" actId="27636"/>
          <ac:spMkLst>
            <pc:docMk/>
            <pc:sldMk cId="973959841" sldId="685"/>
            <ac:spMk id="3" creationId="{D346342C-14C5-35DF-FB01-5D2E13AEEAF9}"/>
          </ac:spMkLst>
        </pc:spChg>
        <pc:spChg chg="add del mod">
          <ac:chgData name="Wick, Felix" userId="85efb633-acf6-425d-a271-4f136bfa2fb0" providerId="ADAL" clId="{535E2E60-F7C1-4514-B4A4-71691A198565}" dt="2023-06-09T08:48:59.322" v="7599" actId="478"/>
          <ac:spMkLst>
            <pc:docMk/>
            <pc:sldMk cId="973959841" sldId="685"/>
            <ac:spMk id="5" creationId="{FDD2591D-209D-3E27-DFA2-8DAC3CE7B0CF}"/>
          </ac:spMkLst>
        </pc:spChg>
        <pc:spChg chg="mod">
          <ac:chgData name="Wick, Felix" userId="85efb633-acf6-425d-a271-4f136bfa2fb0" providerId="ADAL" clId="{535E2E60-F7C1-4514-B4A4-71691A198565}" dt="2023-05-20T21:11:43.445" v="2300" actId="1035"/>
          <ac:spMkLst>
            <pc:docMk/>
            <pc:sldMk cId="973959841" sldId="685"/>
            <ac:spMk id="7" creationId="{F6DC3817-D0E9-FF5E-9D6F-6950F83A900A}"/>
          </ac:spMkLst>
        </pc:spChg>
        <pc:spChg chg="add mod">
          <ac:chgData name="Wick, Felix" userId="85efb633-acf6-425d-a271-4f136bfa2fb0" providerId="ADAL" clId="{535E2E60-F7C1-4514-B4A4-71691A198565}" dt="2023-06-09T08:30:29.760" v="7047" actId="1076"/>
          <ac:spMkLst>
            <pc:docMk/>
            <pc:sldMk cId="973959841" sldId="685"/>
            <ac:spMk id="16" creationId="{CCFF4BA1-8200-25F9-7EA9-A76A7D118EB1}"/>
          </ac:spMkLst>
        </pc:spChg>
        <pc:spChg chg="add mod">
          <ac:chgData name="Wick, Felix" userId="85efb633-acf6-425d-a271-4f136bfa2fb0" providerId="ADAL" clId="{535E2E60-F7C1-4514-B4A4-71691A198565}" dt="2023-06-09T10:17:04.788" v="9295" actId="1076"/>
          <ac:spMkLst>
            <pc:docMk/>
            <pc:sldMk cId="973959841" sldId="685"/>
            <ac:spMk id="17" creationId="{604DBA58-333A-436A-8640-FFF9B3C42A68}"/>
          </ac:spMkLst>
        </pc:spChg>
        <pc:picChg chg="mod">
          <ac:chgData name="Wick, Felix" userId="85efb633-acf6-425d-a271-4f136bfa2fb0" providerId="ADAL" clId="{535E2E60-F7C1-4514-B4A4-71691A198565}" dt="2023-05-20T21:12:30.432" v="2303" actId="1076"/>
          <ac:picMkLst>
            <pc:docMk/>
            <pc:sldMk cId="973959841" sldId="685"/>
            <ac:picMk id="11" creationId="{DEE7BAE4-6D05-0308-8CD3-92450D145955}"/>
          </ac:picMkLst>
        </pc:picChg>
        <pc:cxnChg chg="add del mod">
          <ac:chgData name="Wick, Felix" userId="85efb633-acf6-425d-a271-4f136bfa2fb0" providerId="ADAL" clId="{535E2E60-F7C1-4514-B4A4-71691A198565}" dt="2023-06-09T08:49:01.183" v="7601" actId="478"/>
          <ac:cxnSpMkLst>
            <pc:docMk/>
            <pc:sldMk cId="973959841" sldId="685"/>
            <ac:cxnSpMk id="9" creationId="{CBC518EA-D908-B529-D0FC-18D37A9A0B50}"/>
          </ac:cxnSpMkLst>
        </pc:cxnChg>
        <pc:cxnChg chg="add del mod">
          <ac:chgData name="Wick, Felix" userId="85efb633-acf6-425d-a271-4f136bfa2fb0" providerId="ADAL" clId="{535E2E60-F7C1-4514-B4A4-71691A198565}" dt="2023-06-09T08:49:00.266" v="7600" actId="478"/>
          <ac:cxnSpMkLst>
            <pc:docMk/>
            <pc:sldMk cId="973959841" sldId="685"/>
            <ac:cxnSpMk id="13" creationId="{BAC1FCF8-BFA9-AEDB-D159-3278ED934203}"/>
          </ac:cxnSpMkLst>
        </pc:cxnChg>
        <pc:cxnChg chg="add del mod">
          <ac:chgData name="Wick, Felix" userId="85efb633-acf6-425d-a271-4f136bfa2fb0" providerId="ADAL" clId="{535E2E60-F7C1-4514-B4A4-71691A198565}" dt="2023-06-09T08:49:02.201" v="7602" actId="478"/>
          <ac:cxnSpMkLst>
            <pc:docMk/>
            <pc:sldMk cId="973959841" sldId="685"/>
            <ac:cxnSpMk id="15" creationId="{0D579A3A-8265-7A14-DE47-FAF3633E5C14}"/>
          </ac:cxnSpMkLst>
        </pc:cxnChg>
      </pc:sldChg>
      <pc:sldChg chg="del">
        <pc:chgData name="Wick, Felix" userId="85efb633-acf6-425d-a271-4f136bfa2fb0" providerId="ADAL" clId="{535E2E60-F7C1-4514-B4A4-71691A198565}" dt="2023-05-19T21:34:06.854" v="187" actId="47"/>
        <pc:sldMkLst>
          <pc:docMk/>
          <pc:sldMk cId="3604463109" sldId="2076137193"/>
        </pc:sldMkLst>
      </pc:sldChg>
      <pc:sldChg chg="del ord">
        <pc:chgData name="Wick, Felix" userId="85efb633-acf6-425d-a271-4f136bfa2fb0" providerId="ADAL" clId="{535E2E60-F7C1-4514-B4A4-71691A198565}" dt="2023-05-19T21:23:05.447" v="13" actId="47"/>
        <pc:sldMkLst>
          <pc:docMk/>
          <pc:sldMk cId="2412948915" sldId="2076137206"/>
        </pc:sldMkLst>
      </pc:sldChg>
      <pc:sldChg chg="modSp mod ord">
        <pc:chgData name="Wick, Felix" userId="85efb633-acf6-425d-a271-4f136bfa2fb0" providerId="ADAL" clId="{535E2E60-F7C1-4514-B4A4-71691A198565}" dt="2023-06-10T08:16:23.674" v="12358"/>
        <pc:sldMkLst>
          <pc:docMk/>
          <pc:sldMk cId="2389055548" sldId="2076137207"/>
        </pc:sldMkLst>
        <pc:spChg chg="mod">
          <ac:chgData name="Wick, Felix" userId="85efb633-acf6-425d-a271-4f136bfa2fb0" providerId="ADAL" clId="{535E2E60-F7C1-4514-B4A4-71691A198565}" dt="2023-06-09T20:03:06.923" v="11108" actId="20577"/>
          <ac:spMkLst>
            <pc:docMk/>
            <pc:sldMk cId="2389055548" sldId="2076137207"/>
            <ac:spMk id="2" creationId="{69C47EE5-7536-CAB6-87AB-CEB19B3FB15F}"/>
          </ac:spMkLst>
        </pc:spChg>
      </pc:sldChg>
      <pc:sldChg chg="modSp mod">
        <pc:chgData name="Wick, Felix" userId="85efb633-acf6-425d-a271-4f136bfa2fb0" providerId="ADAL" clId="{535E2E60-F7C1-4514-B4A4-71691A198565}" dt="2023-05-20T08:36:57.006" v="1334" actId="20577"/>
        <pc:sldMkLst>
          <pc:docMk/>
          <pc:sldMk cId="1094334758" sldId="2076137208"/>
        </pc:sldMkLst>
        <pc:spChg chg="mod">
          <ac:chgData name="Wick, Felix" userId="85efb633-acf6-425d-a271-4f136bfa2fb0" providerId="ADAL" clId="{535E2E60-F7C1-4514-B4A4-71691A198565}" dt="2023-05-20T08:36:57.006" v="1334" actId="20577"/>
          <ac:spMkLst>
            <pc:docMk/>
            <pc:sldMk cId="1094334758" sldId="2076137208"/>
            <ac:spMk id="2" creationId="{69C47EE5-7536-CAB6-87AB-CEB19B3FB15F}"/>
          </ac:spMkLst>
        </pc:spChg>
      </pc:sldChg>
      <pc:sldChg chg="modSp mod">
        <pc:chgData name="Wick, Felix" userId="85efb633-acf6-425d-a271-4f136bfa2fb0" providerId="ADAL" clId="{535E2E60-F7C1-4514-B4A4-71691A198565}" dt="2023-05-20T08:25:21.842" v="1271" actId="20577"/>
        <pc:sldMkLst>
          <pc:docMk/>
          <pc:sldMk cId="551539133" sldId="2076137209"/>
        </pc:sldMkLst>
        <pc:spChg chg="mod">
          <ac:chgData name="Wick, Felix" userId="85efb633-acf6-425d-a271-4f136bfa2fb0" providerId="ADAL" clId="{535E2E60-F7C1-4514-B4A4-71691A198565}" dt="2023-05-20T08:25:21.842" v="1271" actId="20577"/>
          <ac:spMkLst>
            <pc:docMk/>
            <pc:sldMk cId="551539133" sldId="2076137209"/>
            <ac:spMk id="2" creationId="{69C47EE5-7536-CAB6-87AB-CEB19B3FB15F}"/>
          </ac:spMkLst>
        </pc:spChg>
      </pc:sldChg>
      <pc:sldChg chg="del">
        <pc:chgData name="Wick, Felix" userId="85efb633-acf6-425d-a271-4f136bfa2fb0" providerId="ADAL" clId="{535E2E60-F7C1-4514-B4A4-71691A198565}" dt="2023-05-19T21:23:37.383" v="14" actId="47"/>
        <pc:sldMkLst>
          <pc:docMk/>
          <pc:sldMk cId="3625535832" sldId="2076137211"/>
        </pc:sldMkLst>
      </pc:sldChg>
      <pc:sldChg chg="modSp mod">
        <pc:chgData name="Wick, Felix" userId="85efb633-acf6-425d-a271-4f136bfa2fb0" providerId="ADAL" clId="{535E2E60-F7C1-4514-B4A4-71691A198565}" dt="2023-05-30T19:20:38.936" v="3768" actId="20577"/>
        <pc:sldMkLst>
          <pc:docMk/>
          <pc:sldMk cId="4035591155" sldId="2076137214"/>
        </pc:sldMkLst>
        <pc:spChg chg="mod">
          <ac:chgData name="Wick, Felix" userId="85efb633-acf6-425d-a271-4f136bfa2fb0" providerId="ADAL" clId="{535E2E60-F7C1-4514-B4A4-71691A198565}" dt="2023-05-30T19:20:38.936" v="3768" actId="20577"/>
          <ac:spMkLst>
            <pc:docMk/>
            <pc:sldMk cId="4035591155" sldId="2076137214"/>
            <ac:spMk id="3" creationId="{6EC51F48-ACDA-6600-E670-26208CD51335}"/>
          </ac:spMkLst>
        </pc:spChg>
      </pc:sldChg>
      <pc:sldChg chg="addSp delSp modSp del mod modClrScheme chgLayout">
        <pc:chgData name="Wick, Felix" userId="85efb633-acf6-425d-a271-4f136bfa2fb0" providerId="ADAL" clId="{535E2E60-F7C1-4514-B4A4-71691A198565}" dt="2023-06-09T19:44:15.819" v="10905" actId="47"/>
        <pc:sldMkLst>
          <pc:docMk/>
          <pc:sldMk cId="2672237261" sldId="2076137215"/>
        </pc:sldMkLst>
        <pc:spChg chg="mod ord">
          <ac:chgData name="Wick, Felix" userId="85efb633-acf6-425d-a271-4f136bfa2fb0" providerId="ADAL" clId="{535E2E60-F7C1-4514-B4A4-71691A198565}" dt="2023-06-09T19:44:10.823" v="10903" actId="21"/>
          <ac:spMkLst>
            <pc:docMk/>
            <pc:sldMk cId="2672237261" sldId="2076137215"/>
            <ac:spMk id="2" creationId="{D1A226F4-33F1-E2BE-8716-B55D2C475D9E}"/>
          </ac:spMkLst>
        </pc:spChg>
        <pc:spChg chg="mod ord">
          <ac:chgData name="Wick, Felix" userId="85efb633-acf6-425d-a271-4f136bfa2fb0" providerId="ADAL" clId="{535E2E60-F7C1-4514-B4A4-71691A198565}" dt="2023-06-09T19:44:02.739" v="10899" actId="21"/>
          <ac:spMkLst>
            <pc:docMk/>
            <pc:sldMk cId="2672237261" sldId="2076137215"/>
            <ac:spMk id="3" creationId="{7C26A704-65F4-F16B-C5F1-64FBB7500A69}"/>
          </ac:spMkLst>
        </pc:spChg>
        <pc:spChg chg="mod ord">
          <ac:chgData name="Wick, Felix" userId="85efb633-acf6-425d-a271-4f136bfa2fb0" providerId="ADAL" clId="{535E2E60-F7C1-4514-B4A4-71691A198565}" dt="2023-06-09T19:43:49.780" v="10897" actId="700"/>
          <ac:spMkLst>
            <pc:docMk/>
            <pc:sldMk cId="2672237261" sldId="2076137215"/>
            <ac:spMk id="4" creationId="{473EC0A3-FE58-BC92-CD19-A20249CE75E4}"/>
          </ac:spMkLst>
        </pc:spChg>
        <pc:spChg chg="add del mod ord">
          <ac:chgData name="Wick, Felix" userId="85efb633-acf6-425d-a271-4f136bfa2fb0" providerId="ADAL" clId="{535E2E60-F7C1-4514-B4A4-71691A198565}" dt="2023-06-09T19:34:14.012" v="10804" actId="700"/>
          <ac:spMkLst>
            <pc:docMk/>
            <pc:sldMk cId="2672237261" sldId="2076137215"/>
            <ac:spMk id="5" creationId="{B1495AEF-C204-5735-4D67-6EEE4DEBAEF0}"/>
          </ac:spMkLst>
        </pc:spChg>
      </pc:sldChg>
      <pc:sldChg chg="modSp del mod ord chgLayout">
        <pc:chgData name="Wick, Felix" userId="85efb633-acf6-425d-a271-4f136bfa2fb0" providerId="ADAL" clId="{535E2E60-F7C1-4514-B4A4-71691A198565}" dt="2023-06-04T21:28:41.811" v="6494" actId="47"/>
        <pc:sldMkLst>
          <pc:docMk/>
          <pc:sldMk cId="2575835393" sldId="2076137216"/>
        </pc:sldMkLst>
        <pc:spChg chg="mod ord">
          <ac:chgData name="Wick, Felix" userId="85efb633-acf6-425d-a271-4f136bfa2fb0" providerId="ADAL" clId="{535E2E60-F7C1-4514-B4A4-71691A198565}" dt="2023-06-04T20:49:32.518" v="5777" actId="20577"/>
          <ac:spMkLst>
            <pc:docMk/>
            <pc:sldMk cId="2575835393" sldId="2076137216"/>
            <ac:spMk id="2" creationId="{621784B3-B65C-E049-7185-D457FA0ECD52}"/>
          </ac:spMkLst>
        </pc:spChg>
        <pc:spChg chg="mod ord">
          <ac:chgData name="Wick, Felix" userId="85efb633-acf6-425d-a271-4f136bfa2fb0" providerId="ADAL" clId="{535E2E60-F7C1-4514-B4A4-71691A198565}" dt="2023-06-04T21:28:31.604" v="6490" actId="21"/>
          <ac:spMkLst>
            <pc:docMk/>
            <pc:sldMk cId="2575835393" sldId="2076137216"/>
            <ac:spMk id="3" creationId="{9756F23F-49CC-5306-184E-9B1D7D954069}"/>
          </ac:spMkLst>
        </pc:spChg>
        <pc:spChg chg="mod ord">
          <ac:chgData name="Wick, Felix" userId="85efb633-acf6-425d-a271-4f136bfa2fb0" providerId="ADAL" clId="{535E2E60-F7C1-4514-B4A4-71691A198565}" dt="2023-05-20T08:09:16.074" v="948" actId="700"/>
          <ac:spMkLst>
            <pc:docMk/>
            <pc:sldMk cId="2575835393" sldId="2076137216"/>
            <ac:spMk id="4" creationId="{90A82544-BD2D-AE5F-AA24-BE61C40C265C}"/>
          </ac:spMkLst>
        </pc:spChg>
      </pc:sldChg>
      <pc:sldChg chg="del">
        <pc:chgData name="Wick, Felix" userId="85efb633-acf6-425d-a271-4f136bfa2fb0" providerId="ADAL" clId="{535E2E60-F7C1-4514-B4A4-71691A198565}" dt="2023-05-20T07:16:43.032" v="458" actId="47"/>
        <pc:sldMkLst>
          <pc:docMk/>
          <pc:sldMk cId="740450442" sldId="2076137217"/>
        </pc:sldMkLst>
      </pc:sldChg>
      <pc:sldChg chg="modSp mod chgLayout">
        <pc:chgData name="Wick, Felix" userId="85efb633-acf6-425d-a271-4f136bfa2fb0" providerId="ADAL" clId="{535E2E60-F7C1-4514-B4A4-71691A198565}" dt="2023-05-20T16:28:21.325" v="1402" actId="20577"/>
        <pc:sldMkLst>
          <pc:docMk/>
          <pc:sldMk cId="748057177" sldId="2076137219"/>
        </pc:sldMkLst>
        <pc:spChg chg="mod ord">
          <ac:chgData name="Wick, Felix" userId="85efb633-acf6-425d-a271-4f136bfa2fb0" providerId="ADAL" clId="{535E2E60-F7C1-4514-B4A4-71691A198565}" dt="2023-05-20T16:28:21.325" v="1402" actId="20577"/>
          <ac:spMkLst>
            <pc:docMk/>
            <pc:sldMk cId="748057177" sldId="2076137219"/>
            <ac:spMk id="2" creationId="{05B3E32B-B96C-8076-8FC4-C3BCCF27CE0C}"/>
          </ac:spMkLst>
        </pc:spChg>
        <pc:spChg chg="mod ord">
          <ac:chgData name="Wick, Felix" userId="85efb633-acf6-425d-a271-4f136bfa2fb0" providerId="ADAL" clId="{535E2E60-F7C1-4514-B4A4-71691A198565}" dt="2023-05-20T16:27:52.806" v="1341" actId="700"/>
          <ac:spMkLst>
            <pc:docMk/>
            <pc:sldMk cId="748057177" sldId="2076137219"/>
            <ac:spMk id="3" creationId="{63DAD419-AC89-4051-EDB9-A898F5F5BC67}"/>
          </ac:spMkLst>
        </pc:spChg>
        <pc:spChg chg="mod ord">
          <ac:chgData name="Wick, Felix" userId="85efb633-acf6-425d-a271-4f136bfa2fb0" providerId="ADAL" clId="{535E2E60-F7C1-4514-B4A4-71691A198565}" dt="2023-05-20T16:27:52.806" v="1341" actId="700"/>
          <ac:spMkLst>
            <pc:docMk/>
            <pc:sldMk cId="748057177" sldId="2076137219"/>
            <ac:spMk id="4" creationId="{FB5AF8E7-FB35-347F-9A1E-3B9BF131E617}"/>
          </ac:spMkLst>
        </pc:spChg>
      </pc:sldChg>
      <pc:sldChg chg="del ord">
        <pc:chgData name="Wick, Felix" userId="85efb633-acf6-425d-a271-4f136bfa2fb0" providerId="ADAL" clId="{535E2E60-F7C1-4514-B4A4-71691A198565}" dt="2023-05-20T21:22:36.746" v="2814" actId="47"/>
        <pc:sldMkLst>
          <pc:docMk/>
          <pc:sldMk cId="4055136420" sldId="2076137220"/>
        </pc:sldMkLst>
      </pc:sldChg>
      <pc:sldChg chg="ord">
        <pc:chgData name="Wick, Felix" userId="85efb633-acf6-425d-a271-4f136bfa2fb0" providerId="ADAL" clId="{535E2E60-F7C1-4514-B4A4-71691A198565}" dt="2023-05-20T07:23:38.358" v="691"/>
        <pc:sldMkLst>
          <pc:docMk/>
          <pc:sldMk cId="878119607" sldId="2076137221"/>
        </pc:sldMkLst>
      </pc:sldChg>
      <pc:sldChg chg="modSp mod ord">
        <pc:chgData name="Wick, Felix" userId="85efb633-acf6-425d-a271-4f136bfa2fb0" providerId="ADAL" clId="{535E2E60-F7C1-4514-B4A4-71691A198565}" dt="2023-06-04T21:01:50.916" v="5912" actId="20577"/>
        <pc:sldMkLst>
          <pc:docMk/>
          <pc:sldMk cId="2935907153" sldId="2076137222"/>
        </pc:sldMkLst>
        <pc:spChg chg="mod">
          <ac:chgData name="Wick, Felix" userId="85efb633-acf6-425d-a271-4f136bfa2fb0" providerId="ADAL" clId="{535E2E60-F7C1-4514-B4A4-71691A198565}" dt="2023-06-04T21:01:50.916" v="5912" actId="20577"/>
          <ac:spMkLst>
            <pc:docMk/>
            <pc:sldMk cId="2935907153" sldId="2076137222"/>
            <ac:spMk id="3" creationId="{5C809707-E1B1-CACB-24E7-02F32336AC77}"/>
          </ac:spMkLst>
        </pc:spChg>
      </pc:sldChg>
      <pc:sldChg chg="addSp delSp modSp mod ord">
        <pc:chgData name="Wick, Felix" userId="85efb633-acf6-425d-a271-4f136bfa2fb0" providerId="ADAL" clId="{535E2E60-F7C1-4514-B4A4-71691A198565}" dt="2023-06-04T21:52:31.058" v="6555" actId="478"/>
        <pc:sldMkLst>
          <pc:docMk/>
          <pc:sldMk cId="2290473669" sldId="2076137223"/>
        </pc:sldMkLst>
        <pc:spChg chg="mod">
          <ac:chgData name="Wick, Felix" userId="85efb633-acf6-425d-a271-4f136bfa2fb0" providerId="ADAL" clId="{535E2E60-F7C1-4514-B4A4-71691A198565}" dt="2023-06-04T21:14:23.895" v="6422" actId="20577"/>
          <ac:spMkLst>
            <pc:docMk/>
            <pc:sldMk cId="2290473669" sldId="2076137223"/>
            <ac:spMk id="2" creationId="{BBFC7F1B-05DC-84C8-266E-003FBB0E65A6}"/>
          </ac:spMkLst>
        </pc:spChg>
        <pc:spChg chg="mod">
          <ac:chgData name="Wick, Felix" userId="85efb633-acf6-425d-a271-4f136bfa2fb0" providerId="ADAL" clId="{535E2E60-F7C1-4514-B4A4-71691A198565}" dt="2023-06-04T21:37:23.996" v="6546" actId="20577"/>
          <ac:spMkLst>
            <pc:docMk/>
            <pc:sldMk cId="2290473669" sldId="2076137223"/>
            <ac:spMk id="3" creationId="{9F3625D6-FD9E-F948-D1C3-0B35E62DB8EE}"/>
          </ac:spMkLst>
        </pc:spChg>
        <pc:spChg chg="add mod">
          <ac:chgData name="Wick, Felix" userId="85efb633-acf6-425d-a271-4f136bfa2fb0" providerId="ADAL" clId="{535E2E60-F7C1-4514-B4A4-71691A198565}" dt="2023-06-04T21:27:34.891" v="6488" actId="1076"/>
          <ac:spMkLst>
            <pc:docMk/>
            <pc:sldMk cId="2290473669" sldId="2076137223"/>
            <ac:spMk id="6" creationId="{96D7DC9F-7DF4-9823-638A-DCFD94D4BC6E}"/>
          </ac:spMkLst>
        </pc:spChg>
        <pc:spChg chg="add del mod">
          <ac:chgData name="Wick, Felix" userId="85efb633-acf6-425d-a271-4f136bfa2fb0" providerId="ADAL" clId="{535E2E60-F7C1-4514-B4A4-71691A198565}" dt="2023-06-04T21:52:28.995" v="6554" actId="478"/>
          <ac:spMkLst>
            <pc:docMk/>
            <pc:sldMk cId="2290473669" sldId="2076137223"/>
            <ac:spMk id="7" creationId="{939109C7-D080-56E7-5A5A-1AE8989BE59D}"/>
          </ac:spMkLst>
        </pc:spChg>
        <pc:spChg chg="add del mod">
          <ac:chgData name="Wick, Felix" userId="85efb633-acf6-425d-a271-4f136bfa2fb0" providerId="ADAL" clId="{535E2E60-F7C1-4514-B4A4-71691A198565}" dt="2023-06-04T21:52:31.058" v="6555" actId="478"/>
          <ac:spMkLst>
            <pc:docMk/>
            <pc:sldMk cId="2290473669" sldId="2076137223"/>
            <ac:spMk id="8" creationId="{D9364580-E207-1CA5-8871-13B3DE1F26FE}"/>
          </ac:spMkLst>
        </pc:spChg>
        <pc:spChg chg="add mod">
          <ac:chgData name="Wick, Felix" userId="85efb633-acf6-425d-a271-4f136bfa2fb0" providerId="ADAL" clId="{535E2E60-F7C1-4514-B4A4-71691A198565}" dt="2023-06-04T21:36:11.818" v="6543" actId="1038"/>
          <ac:spMkLst>
            <pc:docMk/>
            <pc:sldMk cId="2290473669" sldId="2076137223"/>
            <ac:spMk id="10" creationId="{B669FC5F-BC97-E715-B1CE-7A3BF5014EC6}"/>
          </ac:spMkLst>
        </pc:spChg>
        <pc:spChg chg="add mod ord">
          <ac:chgData name="Wick, Felix" userId="85efb633-acf6-425d-a271-4f136bfa2fb0" providerId="ADAL" clId="{535E2E60-F7C1-4514-B4A4-71691A198565}" dt="2023-06-04T21:52:23.982" v="6553" actId="13822"/>
          <ac:spMkLst>
            <pc:docMk/>
            <pc:sldMk cId="2290473669" sldId="2076137223"/>
            <ac:spMk id="11" creationId="{15DAA80A-6322-A1B9-DC3F-E6B7600CE113}"/>
          </ac:spMkLst>
        </pc:spChg>
      </pc:sldChg>
      <pc:sldChg chg="del ord">
        <pc:chgData name="Wick, Felix" userId="85efb633-acf6-425d-a271-4f136bfa2fb0" providerId="ADAL" clId="{535E2E60-F7C1-4514-B4A4-71691A198565}" dt="2023-05-30T15:32:09.951" v="3452" actId="47"/>
        <pc:sldMkLst>
          <pc:docMk/>
          <pc:sldMk cId="780038852" sldId="2076137224"/>
        </pc:sldMkLst>
      </pc:sldChg>
      <pc:sldChg chg="modSp del mod">
        <pc:chgData name="Wick, Felix" userId="85efb633-acf6-425d-a271-4f136bfa2fb0" providerId="ADAL" clId="{535E2E60-F7C1-4514-B4A4-71691A198565}" dt="2023-06-10T08:13:41.161" v="12350" actId="47"/>
        <pc:sldMkLst>
          <pc:docMk/>
          <pc:sldMk cId="2647427330" sldId="2076137225"/>
        </pc:sldMkLst>
        <pc:spChg chg="mod">
          <ac:chgData name="Wick, Felix" userId="85efb633-acf6-425d-a271-4f136bfa2fb0" providerId="ADAL" clId="{535E2E60-F7C1-4514-B4A4-71691A198565}" dt="2023-05-20T07:50:16.031" v="839" actId="20577"/>
          <ac:spMkLst>
            <pc:docMk/>
            <pc:sldMk cId="2647427330" sldId="2076137225"/>
            <ac:spMk id="2" creationId="{69C47EE5-7536-CAB6-87AB-CEB19B3FB15F}"/>
          </ac:spMkLst>
        </pc:spChg>
      </pc:sldChg>
      <pc:sldChg chg="modSp mod ord">
        <pc:chgData name="Wick, Felix" userId="85efb633-acf6-425d-a271-4f136bfa2fb0" providerId="ADAL" clId="{535E2E60-F7C1-4514-B4A4-71691A198565}" dt="2023-06-10T09:30:04.607" v="13257" actId="20577"/>
        <pc:sldMkLst>
          <pc:docMk/>
          <pc:sldMk cId="1356013738" sldId="2076137226"/>
        </pc:sldMkLst>
        <pc:spChg chg="mod">
          <ac:chgData name="Wick, Felix" userId="85efb633-acf6-425d-a271-4f136bfa2fb0" providerId="ADAL" clId="{535E2E60-F7C1-4514-B4A4-71691A198565}" dt="2023-06-10T09:30:04.607" v="13257" actId="20577"/>
          <ac:spMkLst>
            <pc:docMk/>
            <pc:sldMk cId="1356013738" sldId="2076137226"/>
            <ac:spMk id="2" creationId="{69C47EE5-7536-CAB6-87AB-CEB19B3FB15F}"/>
          </ac:spMkLst>
        </pc:spChg>
      </pc:sldChg>
      <pc:sldChg chg="modSp del mod ord">
        <pc:chgData name="Wick, Felix" userId="85efb633-acf6-425d-a271-4f136bfa2fb0" providerId="ADAL" clId="{535E2E60-F7C1-4514-B4A4-71691A198565}" dt="2023-06-10T09:30:08.058" v="13258" actId="47"/>
        <pc:sldMkLst>
          <pc:docMk/>
          <pc:sldMk cId="3264743045" sldId="2076137227"/>
        </pc:sldMkLst>
        <pc:spChg chg="mod">
          <ac:chgData name="Wick, Felix" userId="85efb633-acf6-425d-a271-4f136bfa2fb0" providerId="ADAL" clId="{535E2E60-F7C1-4514-B4A4-71691A198565}" dt="2023-05-20T08:19:20.634" v="1183" actId="20577"/>
          <ac:spMkLst>
            <pc:docMk/>
            <pc:sldMk cId="3264743045" sldId="2076137227"/>
            <ac:spMk id="2" creationId="{69C47EE5-7536-CAB6-87AB-CEB19B3FB15F}"/>
          </ac:spMkLst>
        </pc:spChg>
      </pc:sldChg>
      <pc:sldChg chg="modSp mod">
        <pc:chgData name="Wick, Felix" userId="85efb633-acf6-425d-a271-4f136bfa2fb0" providerId="ADAL" clId="{535E2E60-F7C1-4514-B4A4-71691A198565}" dt="2023-05-20T07:53:58.750" v="847" actId="20577"/>
        <pc:sldMkLst>
          <pc:docMk/>
          <pc:sldMk cId="2388419208" sldId="2076137230"/>
        </pc:sldMkLst>
        <pc:spChg chg="mod">
          <ac:chgData name="Wick, Felix" userId="85efb633-acf6-425d-a271-4f136bfa2fb0" providerId="ADAL" clId="{535E2E60-F7C1-4514-B4A4-71691A198565}" dt="2023-05-20T07:53:58.750" v="847" actId="20577"/>
          <ac:spMkLst>
            <pc:docMk/>
            <pc:sldMk cId="2388419208" sldId="2076137230"/>
            <ac:spMk id="2" creationId="{69C47EE5-7536-CAB6-87AB-CEB19B3FB15F}"/>
          </ac:spMkLst>
        </pc:spChg>
      </pc:sldChg>
      <pc:sldChg chg="modSp del mod ord chgLayout">
        <pc:chgData name="Wick, Felix" userId="85efb633-acf6-425d-a271-4f136bfa2fb0" providerId="ADAL" clId="{535E2E60-F7C1-4514-B4A4-71691A198565}" dt="2023-05-30T15:34:34.386" v="3478" actId="47"/>
        <pc:sldMkLst>
          <pc:docMk/>
          <pc:sldMk cId="992176775" sldId="2076137231"/>
        </pc:sldMkLst>
        <pc:spChg chg="mod ord">
          <ac:chgData name="Wick, Felix" userId="85efb633-acf6-425d-a271-4f136bfa2fb0" providerId="ADAL" clId="{535E2E60-F7C1-4514-B4A4-71691A198565}" dt="2023-05-20T08:06:03.653" v="939" actId="700"/>
          <ac:spMkLst>
            <pc:docMk/>
            <pc:sldMk cId="992176775" sldId="2076137231"/>
            <ac:spMk id="3" creationId="{7335D4F2-D079-8956-191E-52DCFF99A0E5}"/>
          </ac:spMkLst>
        </pc:spChg>
        <pc:spChg chg="mod ord">
          <ac:chgData name="Wick, Felix" userId="85efb633-acf6-425d-a271-4f136bfa2fb0" providerId="ADAL" clId="{535E2E60-F7C1-4514-B4A4-71691A198565}" dt="2023-05-21T09:35:02.900" v="3117" actId="5793"/>
          <ac:spMkLst>
            <pc:docMk/>
            <pc:sldMk cId="992176775" sldId="2076137231"/>
            <ac:spMk id="4" creationId="{80C41414-51E7-5086-6ED4-C48B1F6DB7C0}"/>
          </ac:spMkLst>
        </pc:spChg>
      </pc:sldChg>
      <pc:sldChg chg="modSp del mod ord">
        <pc:chgData name="Wick, Felix" userId="85efb633-acf6-425d-a271-4f136bfa2fb0" providerId="ADAL" clId="{535E2E60-F7C1-4514-B4A4-71691A198565}" dt="2023-05-30T15:30:44.155" v="3451" actId="47"/>
        <pc:sldMkLst>
          <pc:docMk/>
          <pc:sldMk cId="2633203992" sldId="2076137232"/>
        </pc:sldMkLst>
        <pc:spChg chg="mod">
          <ac:chgData name="Wick, Felix" userId="85efb633-acf6-425d-a271-4f136bfa2fb0" providerId="ADAL" clId="{535E2E60-F7C1-4514-B4A4-71691A198565}" dt="2023-05-21T09:36:06.259" v="3127" actId="14100"/>
          <ac:spMkLst>
            <pc:docMk/>
            <pc:sldMk cId="2633203992" sldId="2076137232"/>
            <ac:spMk id="24" creationId="{F70AE93A-7BCB-7188-44E7-DE18FA8A40E9}"/>
          </ac:spMkLst>
        </pc:spChg>
      </pc:sldChg>
      <pc:sldChg chg="modSp del mod ord">
        <pc:chgData name="Wick, Felix" userId="85efb633-acf6-425d-a271-4f136bfa2fb0" providerId="ADAL" clId="{535E2E60-F7C1-4514-B4A4-71691A198565}" dt="2023-05-30T15:29:40.459" v="3423" actId="47"/>
        <pc:sldMkLst>
          <pc:docMk/>
          <pc:sldMk cId="3717156814" sldId="2076137233"/>
        </pc:sldMkLst>
        <pc:spChg chg="mod">
          <ac:chgData name="Wick, Felix" userId="85efb633-acf6-425d-a271-4f136bfa2fb0" providerId="ADAL" clId="{535E2E60-F7C1-4514-B4A4-71691A198565}" dt="2023-05-21T09:35:51.298" v="3126" actId="5793"/>
          <ac:spMkLst>
            <pc:docMk/>
            <pc:sldMk cId="3717156814" sldId="2076137233"/>
            <ac:spMk id="2" creationId="{CE01AED2-6FDC-B526-7F63-C6F1C40B73A3}"/>
          </ac:spMkLst>
        </pc:spChg>
      </pc:sldChg>
      <pc:sldChg chg="modSp add del mod ord">
        <pc:chgData name="Wick, Felix" userId="85efb633-acf6-425d-a271-4f136bfa2fb0" providerId="ADAL" clId="{535E2E60-F7C1-4514-B4A4-71691A198565}" dt="2023-05-20T07:50:28.086" v="840" actId="47"/>
        <pc:sldMkLst>
          <pc:docMk/>
          <pc:sldMk cId="203264732" sldId="2076137234"/>
        </pc:sldMkLst>
        <pc:spChg chg="mod">
          <ac:chgData name="Wick, Felix" userId="85efb633-acf6-425d-a271-4f136bfa2fb0" providerId="ADAL" clId="{535E2E60-F7C1-4514-B4A4-71691A198565}" dt="2023-05-20T05:48:49.111" v="448" actId="20577"/>
          <ac:spMkLst>
            <pc:docMk/>
            <pc:sldMk cId="203264732" sldId="2076137234"/>
            <ac:spMk id="2" creationId="{69C47EE5-7536-CAB6-87AB-CEB19B3FB15F}"/>
          </ac:spMkLst>
        </pc:spChg>
      </pc:sldChg>
      <pc:sldChg chg="new del">
        <pc:chgData name="Wick, Felix" userId="85efb633-acf6-425d-a271-4f136bfa2fb0" providerId="ADAL" clId="{535E2E60-F7C1-4514-B4A4-71691A198565}" dt="2023-05-20T05:48:21.209" v="414" actId="680"/>
        <pc:sldMkLst>
          <pc:docMk/>
          <pc:sldMk cId="915786952" sldId="2076137235"/>
        </pc:sldMkLst>
      </pc:sldChg>
      <pc:sldChg chg="addSp delSp modSp mod modClrScheme chgLayout">
        <pc:chgData name="Wick, Felix" userId="85efb633-acf6-425d-a271-4f136bfa2fb0" providerId="ADAL" clId="{535E2E60-F7C1-4514-B4A4-71691A198565}" dt="2023-05-20T07:36:54.549" v="756" actId="1035"/>
        <pc:sldMkLst>
          <pc:docMk/>
          <pc:sldMk cId="4142313641" sldId="2076137235"/>
        </pc:sldMkLst>
        <pc:spChg chg="mod ord">
          <ac:chgData name="Wick, Felix" userId="85efb633-acf6-425d-a271-4f136bfa2fb0" providerId="ADAL" clId="{535E2E60-F7C1-4514-B4A4-71691A198565}" dt="2023-05-20T07:36:54.549" v="756" actId="1035"/>
          <ac:spMkLst>
            <pc:docMk/>
            <pc:sldMk cId="4142313641" sldId="2076137235"/>
            <ac:spMk id="2" creationId="{94A604EE-DF06-B02E-CA05-9DEB0C640432}"/>
          </ac:spMkLst>
        </pc:spChg>
        <pc:spChg chg="mod ord">
          <ac:chgData name="Wick, Felix" userId="85efb633-acf6-425d-a271-4f136bfa2fb0" providerId="ADAL" clId="{535E2E60-F7C1-4514-B4A4-71691A198565}" dt="2023-05-20T07:36:36.892" v="730" actId="700"/>
          <ac:spMkLst>
            <pc:docMk/>
            <pc:sldMk cId="4142313641" sldId="2076137235"/>
            <ac:spMk id="4" creationId="{7E26279F-BC16-DF81-E59B-5F9582FD8602}"/>
          </ac:spMkLst>
        </pc:spChg>
        <pc:spChg chg="add del mod">
          <ac:chgData name="Wick, Felix" userId="85efb633-acf6-425d-a271-4f136bfa2fb0" providerId="ADAL" clId="{535E2E60-F7C1-4514-B4A4-71691A198565}" dt="2023-05-20T07:36:36.892" v="730" actId="700"/>
          <ac:spMkLst>
            <pc:docMk/>
            <pc:sldMk cId="4142313641" sldId="2076137235"/>
            <ac:spMk id="5" creationId="{C55EDDBC-2D8D-1EA1-4BBE-1DFCC875BEEF}"/>
          </ac:spMkLst>
        </pc:spChg>
        <pc:spChg chg="del">
          <ac:chgData name="Wick, Felix" userId="85efb633-acf6-425d-a271-4f136bfa2fb0" providerId="ADAL" clId="{535E2E60-F7C1-4514-B4A4-71691A198565}" dt="2023-05-20T07:36:31.343" v="729" actId="478"/>
          <ac:spMkLst>
            <pc:docMk/>
            <pc:sldMk cId="4142313641" sldId="2076137235"/>
            <ac:spMk id="27" creationId="{D5BF9BB6-D6A1-BD46-A64A-A61C20A0279D}"/>
          </ac:spMkLst>
        </pc:spChg>
        <pc:grpChg chg="mod">
          <ac:chgData name="Wick, Felix" userId="85efb633-acf6-425d-a271-4f136bfa2fb0" providerId="ADAL" clId="{535E2E60-F7C1-4514-B4A4-71691A198565}" dt="2023-05-20T07:36:54.549" v="756" actId="1035"/>
          <ac:grpSpMkLst>
            <pc:docMk/>
            <pc:sldMk cId="4142313641" sldId="2076137235"/>
            <ac:grpSpMk id="26" creationId="{17AA5233-A6B4-325E-E45E-F911A4D9054E}"/>
          </ac:grpSpMkLst>
        </pc:grpChg>
      </pc:sldChg>
      <pc:sldChg chg="del">
        <pc:chgData name="Wick, Felix" userId="85efb633-acf6-425d-a271-4f136bfa2fb0" providerId="ADAL" clId="{535E2E60-F7C1-4514-B4A4-71691A198565}" dt="2023-05-30T18:58:36.625" v="3522" actId="47"/>
        <pc:sldMkLst>
          <pc:docMk/>
          <pc:sldMk cId="230680584" sldId="2076137236"/>
        </pc:sldMkLst>
      </pc:sldChg>
      <pc:sldChg chg="modSp mod ord">
        <pc:chgData name="Wick, Felix" userId="85efb633-acf6-425d-a271-4f136bfa2fb0" providerId="ADAL" clId="{535E2E60-F7C1-4514-B4A4-71691A198565}" dt="2023-06-10T06:54:03.517" v="12267"/>
        <pc:sldMkLst>
          <pc:docMk/>
          <pc:sldMk cId="3022283347" sldId="2076137237"/>
        </pc:sldMkLst>
        <pc:spChg chg="mod">
          <ac:chgData name="Wick, Felix" userId="85efb633-acf6-425d-a271-4f136bfa2fb0" providerId="ADAL" clId="{535E2E60-F7C1-4514-B4A4-71691A198565}" dt="2023-05-30T18:59:04.942" v="3550" actId="20577"/>
          <ac:spMkLst>
            <pc:docMk/>
            <pc:sldMk cId="3022283347" sldId="2076137237"/>
            <ac:spMk id="2" creationId="{7F68C9E7-BD6E-8F22-5A56-1B79732A7149}"/>
          </ac:spMkLst>
        </pc:spChg>
      </pc:sldChg>
      <pc:sldChg chg="modSp add del mod ord">
        <pc:chgData name="Wick, Felix" userId="85efb633-acf6-425d-a271-4f136bfa2fb0" providerId="ADAL" clId="{535E2E60-F7C1-4514-B4A4-71691A198565}" dt="2023-05-30T08:49:05.091" v="3271" actId="47"/>
        <pc:sldMkLst>
          <pc:docMk/>
          <pc:sldMk cId="1013022310" sldId="2076137238"/>
        </pc:sldMkLst>
        <pc:spChg chg="mod">
          <ac:chgData name="Wick, Felix" userId="85efb633-acf6-425d-a271-4f136bfa2fb0" providerId="ADAL" clId="{535E2E60-F7C1-4514-B4A4-71691A198565}" dt="2023-05-20T08:18:47.181" v="1139" actId="20577"/>
          <ac:spMkLst>
            <pc:docMk/>
            <pc:sldMk cId="1013022310" sldId="2076137238"/>
            <ac:spMk id="2" creationId="{69C47EE5-7536-CAB6-87AB-CEB19B3FB15F}"/>
          </ac:spMkLst>
        </pc:spChg>
      </pc:sldChg>
      <pc:sldChg chg="modSp add mod ord">
        <pc:chgData name="Wick, Felix" userId="85efb633-acf6-425d-a271-4f136bfa2fb0" providerId="ADAL" clId="{535E2E60-F7C1-4514-B4A4-71691A198565}" dt="2023-06-10T09:31:12.743" v="13266" actId="14100"/>
        <pc:sldMkLst>
          <pc:docMk/>
          <pc:sldMk cId="612836755" sldId="2076137239"/>
        </pc:sldMkLst>
        <pc:spChg chg="mod">
          <ac:chgData name="Wick, Felix" userId="85efb633-acf6-425d-a271-4f136bfa2fb0" providerId="ADAL" clId="{535E2E60-F7C1-4514-B4A4-71691A198565}" dt="2023-06-10T09:31:12.743" v="13266" actId="14100"/>
          <ac:spMkLst>
            <pc:docMk/>
            <pc:sldMk cId="612836755" sldId="2076137239"/>
            <ac:spMk id="2" creationId="{69C47EE5-7536-CAB6-87AB-CEB19B3FB15F}"/>
          </ac:spMkLst>
        </pc:spChg>
      </pc:sldChg>
      <pc:sldChg chg="modSp add mod ord">
        <pc:chgData name="Wick, Felix" userId="85efb633-acf6-425d-a271-4f136bfa2fb0" providerId="ADAL" clId="{535E2E60-F7C1-4514-B4A4-71691A198565}" dt="2023-06-10T09:30:39.717" v="13261" actId="20577"/>
        <pc:sldMkLst>
          <pc:docMk/>
          <pc:sldMk cId="3092661245" sldId="2076137240"/>
        </pc:sldMkLst>
        <pc:spChg chg="mod">
          <ac:chgData name="Wick, Felix" userId="85efb633-acf6-425d-a271-4f136bfa2fb0" providerId="ADAL" clId="{535E2E60-F7C1-4514-B4A4-71691A198565}" dt="2023-06-10T09:30:39.717" v="13261" actId="20577"/>
          <ac:spMkLst>
            <pc:docMk/>
            <pc:sldMk cId="3092661245" sldId="2076137240"/>
            <ac:spMk id="2" creationId="{69C47EE5-7536-CAB6-87AB-CEB19B3FB15F}"/>
          </ac:spMkLst>
        </pc:spChg>
      </pc:sldChg>
      <pc:sldChg chg="addSp modSp mod ord">
        <pc:chgData name="Wick, Felix" userId="85efb633-acf6-425d-a271-4f136bfa2fb0" providerId="ADAL" clId="{535E2E60-F7C1-4514-B4A4-71691A198565}" dt="2023-06-12T05:17:45.992" v="15547" actId="20577"/>
        <pc:sldMkLst>
          <pc:docMk/>
          <pc:sldMk cId="3179789590" sldId="2076137243"/>
        </pc:sldMkLst>
        <pc:spChg chg="mod">
          <ac:chgData name="Wick, Felix" userId="85efb633-acf6-425d-a271-4f136bfa2fb0" providerId="ADAL" clId="{535E2E60-F7C1-4514-B4A4-71691A198565}" dt="2023-05-20T19:45:44.535" v="1989" actId="255"/>
          <ac:spMkLst>
            <pc:docMk/>
            <pc:sldMk cId="3179789590" sldId="2076137243"/>
            <ac:spMk id="2" creationId="{E7782324-CE57-4CE6-FEF9-50E74735010C}"/>
          </ac:spMkLst>
        </pc:spChg>
        <pc:spChg chg="mod">
          <ac:chgData name="Wick, Felix" userId="85efb633-acf6-425d-a271-4f136bfa2fb0" providerId="ADAL" clId="{535E2E60-F7C1-4514-B4A4-71691A198565}" dt="2023-06-12T05:17:45.992" v="15547" actId="20577"/>
          <ac:spMkLst>
            <pc:docMk/>
            <pc:sldMk cId="3179789590" sldId="2076137243"/>
            <ac:spMk id="3" creationId="{4F155B54-E9AB-8C70-657B-A214D682BCF7}"/>
          </ac:spMkLst>
        </pc:spChg>
        <pc:picChg chg="add mod">
          <ac:chgData name="Wick, Felix" userId="85efb633-acf6-425d-a271-4f136bfa2fb0" providerId="ADAL" clId="{535E2E60-F7C1-4514-B4A4-71691A198565}" dt="2023-06-11T21:03:15.891" v="15378" actId="1076"/>
          <ac:picMkLst>
            <pc:docMk/>
            <pc:sldMk cId="3179789590" sldId="2076137243"/>
            <ac:picMk id="5" creationId="{A34AAE7F-6610-0306-5A70-6EDC89A1B7B5}"/>
          </ac:picMkLst>
        </pc:picChg>
      </pc:sldChg>
      <pc:sldChg chg="addSp delSp modSp mod modClrScheme chgLayout">
        <pc:chgData name="Wick, Felix" userId="85efb633-acf6-425d-a271-4f136bfa2fb0" providerId="ADAL" clId="{535E2E60-F7C1-4514-B4A4-71691A198565}" dt="2023-05-20T19:37:18.485" v="1880" actId="208"/>
        <pc:sldMkLst>
          <pc:docMk/>
          <pc:sldMk cId="924921382" sldId="2076137244"/>
        </pc:sldMkLst>
        <pc:spChg chg="mod ord">
          <ac:chgData name="Wick, Felix" userId="85efb633-acf6-425d-a271-4f136bfa2fb0" providerId="ADAL" clId="{535E2E60-F7C1-4514-B4A4-71691A198565}" dt="2023-05-20T19:36:23.012" v="1874" actId="700"/>
          <ac:spMkLst>
            <pc:docMk/>
            <pc:sldMk cId="924921382" sldId="2076137244"/>
            <ac:spMk id="2" creationId="{0D4B5772-08D9-E1C3-CFA4-026E09F8ECBF}"/>
          </ac:spMkLst>
        </pc:spChg>
        <pc:spChg chg="mod ord">
          <ac:chgData name="Wick, Felix" userId="85efb633-acf6-425d-a271-4f136bfa2fb0" providerId="ADAL" clId="{535E2E60-F7C1-4514-B4A4-71691A198565}" dt="2023-05-20T19:37:18.485" v="1880" actId="208"/>
          <ac:spMkLst>
            <pc:docMk/>
            <pc:sldMk cId="924921382" sldId="2076137244"/>
            <ac:spMk id="3" creationId="{2EB72815-BCFC-AA2D-A73C-3860E9E75F69}"/>
          </ac:spMkLst>
        </pc:spChg>
        <pc:spChg chg="mod">
          <ac:chgData name="Wick, Felix" userId="85efb633-acf6-425d-a271-4f136bfa2fb0" providerId="ADAL" clId="{535E2E60-F7C1-4514-B4A4-71691A198565}" dt="2023-05-20T19:37:03.083" v="1879" actId="1076"/>
          <ac:spMkLst>
            <pc:docMk/>
            <pc:sldMk cId="924921382" sldId="2076137244"/>
            <ac:spMk id="4" creationId="{EE43F0CD-FA5E-A7FA-DE53-93993B73EAD5}"/>
          </ac:spMkLst>
        </pc:spChg>
        <pc:spChg chg="mod ord">
          <ac:chgData name="Wick, Felix" userId="85efb633-acf6-425d-a271-4f136bfa2fb0" providerId="ADAL" clId="{535E2E60-F7C1-4514-B4A4-71691A198565}" dt="2023-05-20T19:36:23.012" v="1874" actId="700"/>
          <ac:spMkLst>
            <pc:docMk/>
            <pc:sldMk cId="924921382" sldId="2076137244"/>
            <ac:spMk id="5" creationId="{E98AAA0F-67E9-57A6-6D07-F427B6BA54CF}"/>
          </ac:spMkLst>
        </pc:spChg>
        <pc:spChg chg="del">
          <ac:chgData name="Wick, Felix" userId="85efb633-acf6-425d-a271-4f136bfa2fb0" providerId="ADAL" clId="{535E2E60-F7C1-4514-B4A4-71691A198565}" dt="2023-05-20T19:36:16.572" v="1873" actId="478"/>
          <ac:spMkLst>
            <pc:docMk/>
            <pc:sldMk cId="924921382" sldId="2076137244"/>
            <ac:spMk id="6" creationId="{EE8FDFC0-9F75-AD3A-9AEA-68C625EA0D31}"/>
          </ac:spMkLst>
        </pc:spChg>
        <pc:spChg chg="add del mod">
          <ac:chgData name="Wick, Felix" userId="85efb633-acf6-425d-a271-4f136bfa2fb0" providerId="ADAL" clId="{535E2E60-F7C1-4514-B4A4-71691A198565}" dt="2023-05-20T19:36:23.012" v="1874" actId="700"/>
          <ac:spMkLst>
            <pc:docMk/>
            <pc:sldMk cId="924921382" sldId="2076137244"/>
            <ac:spMk id="8" creationId="{0D68B2F1-6D5F-1779-8BC7-DA7A721F2C30}"/>
          </ac:spMkLst>
        </pc:spChg>
      </pc:sldChg>
      <pc:sldChg chg="addSp delSp modSp new del mod">
        <pc:chgData name="Wick, Felix" userId="85efb633-acf6-425d-a271-4f136bfa2fb0" providerId="ADAL" clId="{535E2E60-F7C1-4514-B4A4-71691A198565}" dt="2023-06-10T09:22:59.641" v="12976" actId="47"/>
        <pc:sldMkLst>
          <pc:docMk/>
          <pc:sldMk cId="3096797185" sldId="2076137246"/>
        </pc:sldMkLst>
        <pc:spChg chg="mod">
          <ac:chgData name="Wick, Felix" userId="85efb633-acf6-425d-a271-4f136bfa2fb0" providerId="ADAL" clId="{535E2E60-F7C1-4514-B4A4-71691A198565}" dt="2023-06-04T20:32:36.497" v="5626" actId="20577"/>
          <ac:spMkLst>
            <pc:docMk/>
            <pc:sldMk cId="3096797185" sldId="2076137246"/>
            <ac:spMk id="2" creationId="{6CFC0553-DCDE-C647-AC45-4D885908CE57}"/>
          </ac:spMkLst>
        </pc:spChg>
        <pc:spChg chg="mod">
          <ac:chgData name="Wick, Felix" userId="85efb633-acf6-425d-a271-4f136bfa2fb0" providerId="ADAL" clId="{535E2E60-F7C1-4514-B4A4-71691A198565}" dt="2023-06-10T09:22:18.345" v="12923" actId="21"/>
          <ac:spMkLst>
            <pc:docMk/>
            <pc:sldMk cId="3096797185" sldId="2076137246"/>
            <ac:spMk id="3" creationId="{2A95158F-DB8A-B228-B8F7-36A08281100C}"/>
          </ac:spMkLst>
        </pc:spChg>
        <pc:picChg chg="add del mod">
          <ac:chgData name="Wick, Felix" userId="85efb633-acf6-425d-a271-4f136bfa2fb0" providerId="ADAL" clId="{535E2E60-F7C1-4514-B4A4-71691A198565}" dt="2023-06-10T09:21:53.216" v="12919" actId="21"/>
          <ac:picMkLst>
            <pc:docMk/>
            <pc:sldMk cId="3096797185" sldId="2076137246"/>
            <ac:picMk id="5" creationId="{23C1B31B-524D-A9C5-96D2-C63192D743C2}"/>
          </ac:picMkLst>
        </pc:picChg>
      </pc:sldChg>
      <pc:sldChg chg="addSp delSp modSp mod ord">
        <pc:chgData name="Wick, Felix" userId="85efb633-acf6-425d-a271-4f136bfa2fb0" providerId="ADAL" clId="{535E2E60-F7C1-4514-B4A4-71691A198565}" dt="2023-05-30T08:45:55.212" v="3172"/>
        <pc:sldMkLst>
          <pc:docMk/>
          <pc:sldMk cId="131745959" sldId="2076137247"/>
        </pc:sldMkLst>
        <pc:spChg chg="mod">
          <ac:chgData name="Wick, Felix" userId="85efb633-acf6-425d-a271-4f136bfa2fb0" providerId="ADAL" clId="{535E2E60-F7C1-4514-B4A4-71691A198565}" dt="2023-05-20T21:28:35.817" v="2913" actId="20577"/>
          <ac:spMkLst>
            <pc:docMk/>
            <pc:sldMk cId="131745959" sldId="2076137247"/>
            <ac:spMk id="2" creationId="{421DABEF-B812-C664-447A-B3DA59B3852B}"/>
          </ac:spMkLst>
        </pc:spChg>
        <pc:spChg chg="mod">
          <ac:chgData name="Wick, Felix" userId="85efb633-acf6-425d-a271-4f136bfa2fb0" providerId="ADAL" clId="{535E2E60-F7C1-4514-B4A4-71691A198565}" dt="2023-05-20T21:29:27.344" v="2981" actId="1035"/>
          <ac:spMkLst>
            <pc:docMk/>
            <pc:sldMk cId="131745959" sldId="2076137247"/>
            <ac:spMk id="6" creationId="{A0A6FDBE-7F83-BBAA-424E-25EE04431029}"/>
          </ac:spMkLst>
        </pc:spChg>
        <pc:spChg chg="add del mod">
          <ac:chgData name="Wick, Felix" userId="85efb633-acf6-425d-a271-4f136bfa2fb0" providerId="ADAL" clId="{535E2E60-F7C1-4514-B4A4-71691A198565}" dt="2023-05-20T21:29:17.285" v="2919"/>
          <ac:spMkLst>
            <pc:docMk/>
            <pc:sldMk cId="131745959" sldId="2076137247"/>
            <ac:spMk id="8" creationId="{C0BA933B-F88C-41BA-446D-74D53B5E09B7}"/>
          </ac:spMkLst>
        </pc:spChg>
        <pc:spChg chg="add mod">
          <ac:chgData name="Wick, Felix" userId="85efb633-acf6-425d-a271-4f136bfa2fb0" providerId="ADAL" clId="{535E2E60-F7C1-4514-B4A4-71691A198565}" dt="2023-05-20T21:29:41.544" v="2983" actId="1076"/>
          <ac:spMkLst>
            <pc:docMk/>
            <pc:sldMk cId="131745959" sldId="2076137247"/>
            <ac:spMk id="10" creationId="{6D9710DC-5A19-D799-F53E-FE104DDE15DA}"/>
          </ac:spMkLst>
        </pc:spChg>
        <pc:picChg chg="mod">
          <ac:chgData name="Wick, Felix" userId="85efb633-acf6-425d-a271-4f136bfa2fb0" providerId="ADAL" clId="{535E2E60-F7C1-4514-B4A4-71691A198565}" dt="2023-05-20T21:29:27.344" v="2981" actId="1035"/>
          <ac:picMkLst>
            <pc:docMk/>
            <pc:sldMk cId="131745959" sldId="2076137247"/>
            <ac:picMk id="5" creationId="{BCB602CC-265E-1940-BCB3-8C532B94B0ED}"/>
          </ac:picMkLst>
        </pc:picChg>
        <pc:picChg chg="add del mod">
          <ac:chgData name="Wick, Felix" userId="85efb633-acf6-425d-a271-4f136bfa2fb0" providerId="ADAL" clId="{535E2E60-F7C1-4514-B4A4-71691A198565}" dt="2023-05-20T21:29:17.285" v="2919"/>
          <ac:picMkLst>
            <pc:docMk/>
            <pc:sldMk cId="131745959" sldId="2076137247"/>
            <ac:picMk id="7" creationId="{1450831B-9EBB-46AA-6BB9-98C640CF29C3}"/>
          </ac:picMkLst>
        </pc:picChg>
        <pc:picChg chg="add mod">
          <ac:chgData name="Wick, Felix" userId="85efb633-acf6-425d-a271-4f136bfa2fb0" providerId="ADAL" clId="{535E2E60-F7C1-4514-B4A4-71691A198565}" dt="2023-05-20T21:29:41.544" v="2983" actId="1076"/>
          <ac:picMkLst>
            <pc:docMk/>
            <pc:sldMk cId="131745959" sldId="2076137247"/>
            <ac:picMk id="9" creationId="{2425D3CC-981B-5CCC-0390-2640E1263819}"/>
          </ac:picMkLst>
        </pc:picChg>
      </pc:sldChg>
      <pc:sldChg chg="delSp del mod">
        <pc:chgData name="Wick, Felix" userId="85efb633-acf6-425d-a271-4f136bfa2fb0" providerId="ADAL" clId="{535E2E60-F7C1-4514-B4A4-71691A198565}" dt="2023-05-20T21:29:01.710" v="2915" actId="47"/>
        <pc:sldMkLst>
          <pc:docMk/>
          <pc:sldMk cId="504171535" sldId="2076137248"/>
        </pc:sldMkLst>
        <pc:spChg chg="del">
          <ac:chgData name="Wick, Felix" userId="85efb633-acf6-425d-a271-4f136bfa2fb0" providerId="ADAL" clId="{535E2E60-F7C1-4514-B4A4-71691A198565}" dt="2023-05-20T21:28:58.350" v="2914" actId="21"/>
          <ac:spMkLst>
            <pc:docMk/>
            <pc:sldMk cId="504171535" sldId="2076137248"/>
            <ac:spMk id="13" creationId="{C1F073B2-F589-36F4-646F-2E76EB5BA1EC}"/>
          </ac:spMkLst>
        </pc:spChg>
        <pc:picChg chg="del">
          <ac:chgData name="Wick, Felix" userId="85efb633-acf6-425d-a271-4f136bfa2fb0" providerId="ADAL" clId="{535E2E60-F7C1-4514-B4A4-71691A198565}" dt="2023-05-20T21:28:58.350" v="2914" actId="21"/>
          <ac:picMkLst>
            <pc:docMk/>
            <pc:sldMk cId="504171535" sldId="2076137248"/>
            <ac:picMk id="6" creationId="{4DC22494-EB21-583E-1238-16A1592A17E8}"/>
          </ac:picMkLst>
        </pc:picChg>
      </pc:sldChg>
      <pc:sldChg chg="modSp new del mod">
        <pc:chgData name="Wick, Felix" userId="85efb633-acf6-425d-a271-4f136bfa2fb0" providerId="ADAL" clId="{535E2E60-F7C1-4514-B4A4-71691A198565}" dt="2023-06-04T20:46:24.988" v="5757" actId="47"/>
        <pc:sldMkLst>
          <pc:docMk/>
          <pc:sldMk cId="761096471" sldId="2076137248"/>
        </pc:sldMkLst>
        <pc:spChg chg="mod">
          <ac:chgData name="Wick, Felix" userId="85efb633-acf6-425d-a271-4f136bfa2fb0" providerId="ADAL" clId="{535E2E60-F7C1-4514-B4A4-71691A198565}" dt="2023-05-30T15:25:36.660" v="3289" actId="20577"/>
          <ac:spMkLst>
            <pc:docMk/>
            <pc:sldMk cId="761096471" sldId="2076137248"/>
            <ac:spMk id="2" creationId="{9F95B2D0-0F9F-3059-E3E2-A5868A25AE42}"/>
          </ac:spMkLst>
        </pc:spChg>
        <pc:spChg chg="mod">
          <ac:chgData name="Wick, Felix" userId="85efb633-acf6-425d-a271-4f136bfa2fb0" providerId="ADAL" clId="{535E2E60-F7C1-4514-B4A4-71691A198565}" dt="2023-06-04T20:45:49.012" v="5729" actId="21"/>
          <ac:spMkLst>
            <pc:docMk/>
            <pc:sldMk cId="761096471" sldId="2076137248"/>
            <ac:spMk id="3" creationId="{A5201136-8A1F-CA19-9F14-BD32AB1DADE7}"/>
          </ac:spMkLst>
        </pc:spChg>
      </pc:sldChg>
      <pc:sldChg chg="addSp delSp modSp new del mod">
        <pc:chgData name="Wick, Felix" userId="85efb633-acf6-425d-a271-4f136bfa2fb0" providerId="ADAL" clId="{535E2E60-F7C1-4514-B4A4-71691A198565}" dt="2023-05-21T11:16:26.072" v="3160" actId="47"/>
        <pc:sldMkLst>
          <pc:docMk/>
          <pc:sldMk cId="4033899382" sldId="2076137248"/>
        </pc:sldMkLst>
        <pc:spChg chg="mod">
          <ac:chgData name="Wick, Felix" userId="85efb633-acf6-425d-a271-4f136bfa2fb0" providerId="ADAL" clId="{535E2E60-F7C1-4514-B4A4-71691A198565}" dt="2023-05-21T11:14:17.400" v="3133" actId="5793"/>
          <ac:spMkLst>
            <pc:docMk/>
            <pc:sldMk cId="4033899382" sldId="2076137248"/>
            <ac:spMk id="3" creationId="{974E174E-B7AF-6738-5F0D-7EF80D3AF1A9}"/>
          </ac:spMkLst>
        </pc:spChg>
        <pc:picChg chg="add del mod">
          <ac:chgData name="Wick, Felix" userId="85efb633-acf6-425d-a271-4f136bfa2fb0" providerId="ADAL" clId="{535E2E60-F7C1-4514-B4A4-71691A198565}" dt="2023-05-21T11:15:49.562" v="3135" actId="21"/>
          <ac:picMkLst>
            <pc:docMk/>
            <pc:sldMk cId="4033899382" sldId="2076137248"/>
            <ac:picMk id="5" creationId="{1200DABB-CF60-0CE6-C0A1-C042C2BD9D5F}"/>
          </ac:picMkLst>
        </pc:picChg>
      </pc:sldChg>
      <pc:sldChg chg="addSp delSp modSp new del mod ord setBg">
        <pc:chgData name="Wick, Felix" userId="85efb633-acf6-425d-a271-4f136bfa2fb0" providerId="ADAL" clId="{535E2E60-F7C1-4514-B4A4-71691A198565}" dt="2023-06-11T20:50:47.719" v="15118" actId="47"/>
        <pc:sldMkLst>
          <pc:docMk/>
          <pc:sldMk cId="3662542192" sldId="2076137249"/>
        </pc:sldMkLst>
        <pc:spChg chg="mod">
          <ac:chgData name="Wick, Felix" userId="85efb633-acf6-425d-a271-4f136bfa2fb0" providerId="ADAL" clId="{535E2E60-F7C1-4514-B4A4-71691A198565}" dt="2023-06-04T17:06:06.579" v="5240" actId="5793"/>
          <ac:spMkLst>
            <pc:docMk/>
            <pc:sldMk cId="3662542192" sldId="2076137249"/>
            <ac:spMk id="2" creationId="{62AD00F2-FC53-890E-B6CD-B275BAF95329}"/>
          </ac:spMkLst>
        </pc:spChg>
        <pc:spChg chg="mod">
          <ac:chgData name="Wick, Felix" userId="85efb633-acf6-425d-a271-4f136bfa2fb0" providerId="ADAL" clId="{535E2E60-F7C1-4514-B4A4-71691A198565}" dt="2023-06-11T20:50:44.749" v="15117" actId="21"/>
          <ac:spMkLst>
            <pc:docMk/>
            <pc:sldMk cId="3662542192" sldId="2076137249"/>
            <ac:spMk id="3" creationId="{23FD8003-2F6F-FE16-5DA6-5298D1A54ED3}"/>
          </ac:spMkLst>
        </pc:spChg>
        <pc:spChg chg="mod ord">
          <ac:chgData name="Wick, Felix" userId="85efb633-acf6-425d-a271-4f136bfa2fb0" providerId="ADAL" clId="{535E2E60-F7C1-4514-B4A4-71691A198565}" dt="2023-05-30T15:34:08.306" v="3477" actId="26606"/>
          <ac:spMkLst>
            <pc:docMk/>
            <pc:sldMk cId="3662542192" sldId="2076137249"/>
            <ac:spMk id="4" creationId="{7E9F0EE5-D1B1-325C-9338-CF342AC220D3}"/>
          </ac:spMkLst>
        </pc:spChg>
        <pc:spChg chg="add mod">
          <ac:chgData name="Wick, Felix" userId="85efb633-acf6-425d-a271-4f136bfa2fb0" providerId="ADAL" clId="{535E2E60-F7C1-4514-B4A4-71691A198565}" dt="2023-05-30T18:56:10.446" v="3517" actId="1076"/>
          <ac:spMkLst>
            <pc:docMk/>
            <pc:sldMk cId="3662542192" sldId="2076137249"/>
            <ac:spMk id="10" creationId="{F27A2C67-9AD7-2F71-2D1F-E94D4F56EE79}"/>
          </ac:spMkLst>
        </pc:spChg>
        <pc:spChg chg="add del">
          <ac:chgData name="Wick, Felix" userId="85efb633-acf6-425d-a271-4f136bfa2fb0" providerId="ADAL" clId="{535E2E60-F7C1-4514-B4A4-71691A198565}" dt="2023-05-30T15:34:08.306" v="3477" actId="26606"/>
          <ac:spMkLst>
            <pc:docMk/>
            <pc:sldMk cId="3662542192" sldId="2076137249"/>
            <ac:spMk id="11" creationId="{D2B783EE-0239-4717-BBEA-8C9EAC61C824}"/>
          </ac:spMkLst>
        </pc:spChg>
        <pc:spChg chg="add del">
          <ac:chgData name="Wick, Felix" userId="85efb633-acf6-425d-a271-4f136bfa2fb0" providerId="ADAL" clId="{535E2E60-F7C1-4514-B4A4-71691A198565}" dt="2023-05-30T15:34:08.306" v="3477" actId="26606"/>
          <ac:spMkLst>
            <pc:docMk/>
            <pc:sldMk cId="3662542192" sldId="2076137249"/>
            <ac:spMk id="13" creationId="{A7B99495-F43F-4D80-A44F-2CB4764EB90B}"/>
          </ac:spMkLst>
        </pc:spChg>
        <pc:spChg chg="add del">
          <ac:chgData name="Wick, Felix" userId="85efb633-acf6-425d-a271-4f136bfa2fb0" providerId="ADAL" clId="{535E2E60-F7C1-4514-B4A4-71691A198565}" dt="2023-05-30T15:34:08.306" v="3477" actId="26606"/>
          <ac:spMkLst>
            <pc:docMk/>
            <pc:sldMk cId="3662542192" sldId="2076137249"/>
            <ac:spMk id="15" creationId="{70BEB1E7-2F88-40BC-B73D-42E5B6F80BFC}"/>
          </ac:spMkLst>
        </pc:spChg>
        <pc:picChg chg="add del mod ord">
          <ac:chgData name="Wick, Felix" userId="85efb633-acf6-425d-a271-4f136bfa2fb0" providerId="ADAL" clId="{535E2E60-F7C1-4514-B4A4-71691A198565}" dt="2023-06-11T20:48:48.893" v="15106" actId="21"/>
          <ac:picMkLst>
            <pc:docMk/>
            <pc:sldMk cId="3662542192" sldId="2076137249"/>
            <ac:picMk id="5" creationId="{22377F9D-8811-502A-81F0-C8E3BE3108E9}"/>
          </ac:picMkLst>
        </pc:picChg>
        <pc:picChg chg="add del mod">
          <ac:chgData name="Wick, Felix" userId="85efb633-acf6-425d-a271-4f136bfa2fb0" providerId="ADAL" clId="{535E2E60-F7C1-4514-B4A4-71691A198565}" dt="2023-06-11T20:48:48.893" v="15106" actId="21"/>
          <ac:picMkLst>
            <pc:docMk/>
            <pc:sldMk cId="3662542192" sldId="2076137249"/>
            <ac:picMk id="6" creationId="{A7DBCF72-7CE7-328D-3946-43C8E726A4A2}"/>
          </ac:picMkLst>
        </pc:picChg>
        <pc:picChg chg="add del mod">
          <ac:chgData name="Wick, Felix" userId="85efb633-acf6-425d-a271-4f136bfa2fb0" providerId="ADAL" clId="{535E2E60-F7C1-4514-B4A4-71691A198565}" dt="2023-05-30T15:34:07.890" v="3476"/>
          <ac:picMkLst>
            <pc:docMk/>
            <pc:sldMk cId="3662542192" sldId="2076137249"/>
            <ac:picMk id="7" creationId="{26FE1D3E-A696-86CF-E30E-699DC352AF46}"/>
          </ac:picMkLst>
        </pc:picChg>
        <pc:picChg chg="add del mod">
          <ac:chgData name="Wick, Felix" userId="85efb633-acf6-425d-a271-4f136bfa2fb0" providerId="ADAL" clId="{535E2E60-F7C1-4514-B4A4-71691A198565}" dt="2023-05-30T15:34:07.890" v="3476"/>
          <ac:picMkLst>
            <pc:docMk/>
            <pc:sldMk cId="3662542192" sldId="2076137249"/>
            <ac:picMk id="8" creationId="{6F14BE02-C660-92AB-CFD3-D06C0878B5BA}"/>
          </ac:picMkLst>
        </pc:picChg>
      </pc:sldChg>
      <pc:sldChg chg="modSp new mod ord">
        <pc:chgData name="Wick, Felix" userId="85efb633-acf6-425d-a271-4f136bfa2fb0" providerId="ADAL" clId="{535E2E60-F7C1-4514-B4A4-71691A198565}" dt="2023-06-10T09:21:07.235" v="12918"/>
        <pc:sldMkLst>
          <pc:docMk/>
          <pc:sldMk cId="814428404" sldId="2076137250"/>
        </pc:sldMkLst>
        <pc:spChg chg="mod">
          <ac:chgData name="Wick, Felix" userId="85efb633-acf6-425d-a271-4f136bfa2fb0" providerId="ADAL" clId="{535E2E60-F7C1-4514-B4A4-71691A198565}" dt="2023-05-30T15:30:37.675" v="3450" actId="20577"/>
          <ac:spMkLst>
            <pc:docMk/>
            <pc:sldMk cId="814428404" sldId="2076137250"/>
            <ac:spMk id="2" creationId="{905C10EA-335C-6765-C43D-509862E3CD97}"/>
          </ac:spMkLst>
        </pc:spChg>
        <pc:spChg chg="mod">
          <ac:chgData name="Wick, Felix" userId="85efb633-acf6-425d-a271-4f136bfa2fb0" providerId="ADAL" clId="{535E2E60-F7C1-4514-B4A4-71691A198565}" dt="2023-06-04T20:46:19.703" v="5756" actId="20577"/>
          <ac:spMkLst>
            <pc:docMk/>
            <pc:sldMk cId="814428404" sldId="2076137250"/>
            <ac:spMk id="3" creationId="{FCA12556-760E-9CFA-366D-65EBF9F55E61}"/>
          </ac:spMkLst>
        </pc:spChg>
      </pc:sldChg>
      <pc:sldChg chg="modSp new add del mod">
        <pc:chgData name="Wick, Felix" userId="85efb633-acf6-425d-a271-4f136bfa2fb0" providerId="ADAL" clId="{535E2E60-F7C1-4514-B4A4-71691A198565}" dt="2023-06-11T20:48:41.373" v="15105" actId="47"/>
        <pc:sldMkLst>
          <pc:docMk/>
          <pc:sldMk cId="638854597" sldId="2076137251"/>
        </pc:sldMkLst>
        <pc:spChg chg="mod">
          <ac:chgData name="Wick, Felix" userId="85efb633-acf6-425d-a271-4f136bfa2fb0" providerId="ADAL" clId="{535E2E60-F7C1-4514-B4A4-71691A198565}" dt="2023-05-30T19:24:19.539" v="3802" actId="20577"/>
          <ac:spMkLst>
            <pc:docMk/>
            <pc:sldMk cId="638854597" sldId="2076137251"/>
            <ac:spMk id="2" creationId="{30BB8DF6-7B98-C7D3-5215-BF6440B31D2D}"/>
          </ac:spMkLst>
        </pc:spChg>
        <pc:spChg chg="mod">
          <ac:chgData name="Wick, Felix" userId="85efb633-acf6-425d-a271-4f136bfa2fb0" providerId="ADAL" clId="{535E2E60-F7C1-4514-B4A4-71691A198565}" dt="2023-06-09T19:45:52.237" v="10937" actId="20577"/>
          <ac:spMkLst>
            <pc:docMk/>
            <pc:sldMk cId="638854597" sldId="2076137251"/>
            <ac:spMk id="3" creationId="{5CB52E91-406C-285D-D0ED-500EA1049CAF}"/>
          </ac:spMkLst>
        </pc:spChg>
      </pc:sldChg>
      <pc:sldChg chg="addSp delSp modSp new mod ord modClrScheme chgLayout">
        <pc:chgData name="Wick, Felix" userId="85efb633-acf6-425d-a271-4f136bfa2fb0" providerId="ADAL" clId="{535E2E60-F7C1-4514-B4A4-71691A198565}" dt="2023-06-12T05:15:51.021" v="15540" actId="20577"/>
        <pc:sldMkLst>
          <pc:docMk/>
          <pc:sldMk cId="3051137826" sldId="2076137252"/>
        </pc:sldMkLst>
        <pc:spChg chg="mod ord">
          <ac:chgData name="Wick, Felix" userId="85efb633-acf6-425d-a271-4f136bfa2fb0" providerId="ADAL" clId="{535E2E60-F7C1-4514-B4A4-71691A198565}" dt="2023-06-09T08:35:02.788" v="7177" actId="20577"/>
          <ac:spMkLst>
            <pc:docMk/>
            <pc:sldMk cId="3051137826" sldId="2076137252"/>
            <ac:spMk id="2" creationId="{4FB81BC9-CDCF-3E8F-3210-9DFA65954746}"/>
          </ac:spMkLst>
        </pc:spChg>
        <pc:spChg chg="del mod ord">
          <ac:chgData name="Wick, Felix" userId="85efb633-acf6-425d-a271-4f136bfa2fb0" providerId="ADAL" clId="{535E2E60-F7C1-4514-B4A4-71691A198565}" dt="2023-06-04T17:15:15.255" v="5617" actId="700"/>
          <ac:spMkLst>
            <pc:docMk/>
            <pc:sldMk cId="3051137826" sldId="2076137252"/>
            <ac:spMk id="3" creationId="{E4747EDA-02AE-CC9F-395E-B6142117F14F}"/>
          </ac:spMkLst>
        </pc:spChg>
        <pc:spChg chg="del">
          <ac:chgData name="Wick, Felix" userId="85efb633-acf6-425d-a271-4f136bfa2fb0" providerId="ADAL" clId="{535E2E60-F7C1-4514-B4A4-71691A198565}" dt="2023-06-04T17:15:15.255" v="5617" actId="700"/>
          <ac:spMkLst>
            <pc:docMk/>
            <pc:sldMk cId="3051137826" sldId="2076137252"/>
            <ac:spMk id="4" creationId="{B10B8842-AD6F-8B2E-E801-F4B8115E895A}"/>
          </ac:spMkLst>
        </pc:spChg>
        <pc:spChg chg="mod ord">
          <ac:chgData name="Wick, Felix" userId="85efb633-acf6-425d-a271-4f136bfa2fb0" providerId="ADAL" clId="{535E2E60-F7C1-4514-B4A4-71691A198565}" dt="2023-06-05T11:31:29.417" v="6795" actId="700"/>
          <ac:spMkLst>
            <pc:docMk/>
            <pc:sldMk cId="3051137826" sldId="2076137252"/>
            <ac:spMk id="5" creationId="{2436F040-A1E9-A369-E93B-C8B18E924C9A}"/>
          </ac:spMkLst>
        </pc:spChg>
        <pc:spChg chg="add del mod ord">
          <ac:chgData name="Wick, Felix" userId="85efb633-acf6-425d-a271-4f136bfa2fb0" providerId="ADAL" clId="{535E2E60-F7C1-4514-B4A4-71691A198565}" dt="2023-06-05T11:30:40.489" v="6784" actId="700"/>
          <ac:spMkLst>
            <pc:docMk/>
            <pc:sldMk cId="3051137826" sldId="2076137252"/>
            <ac:spMk id="6" creationId="{51C22D08-6B7A-26E6-0149-14346734DC2E}"/>
          </ac:spMkLst>
        </pc:spChg>
        <pc:spChg chg="add del mod ord">
          <ac:chgData name="Wick, Felix" userId="85efb633-acf6-425d-a271-4f136bfa2fb0" providerId="ADAL" clId="{535E2E60-F7C1-4514-B4A4-71691A198565}" dt="2023-06-05T11:31:29.417" v="6795" actId="700"/>
          <ac:spMkLst>
            <pc:docMk/>
            <pc:sldMk cId="3051137826" sldId="2076137252"/>
            <ac:spMk id="7" creationId="{DCB63F66-554A-05A7-A55C-D702148A0759}"/>
          </ac:spMkLst>
        </pc:spChg>
        <pc:spChg chg="add del mod ord">
          <ac:chgData name="Wick, Felix" userId="85efb633-acf6-425d-a271-4f136bfa2fb0" providerId="ADAL" clId="{535E2E60-F7C1-4514-B4A4-71691A198565}" dt="2023-06-05T11:31:29.417" v="6795" actId="700"/>
          <ac:spMkLst>
            <pc:docMk/>
            <pc:sldMk cId="3051137826" sldId="2076137252"/>
            <ac:spMk id="8" creationId="{C398AA98-DAE3-388A-1435-37803B6A8CCF}"/>
          </ac:spMkLst>
        </pc:spChg>
        <pc:spChg chg="add mod">
          <ac:chgData name="Wick, Felix" userId="85efb633-acf6-425d-a271-4f136bfa2fb0" providerId="ADAL" clId="{535E2E60-F7C1-4514-B4A4-71691A198565}" dt="2023-06-11T19:44:45.274" v="15059" actId="1036"/>
          <ac:spMkLst>
            <pc:docMk/>
            <pc:sldMk cId="3051137826" sldId="2076137252"/>
            <ac:spMk id="9" creationId="{25E51E5F-025A-3326-6DE3-E7A276DD1EEA}"/>
          </ac:spMkLst>
        </pc:spChg>
        <pc:spChg chg="add mod">
          <ac:chgData name="Wick, Felix" userId="85efb633-acf6-425d-a271-4f136bfa2fb0" providerId="ADAL" clId="{535E2E60-F7C1-4514-B4A4-71691A198565}" dt="2023-06-11T19:44:45.274" v="15059" actId="1036"/>
          <ac:spMkLst>
            <pc:docMk/>
            <pc:sldMk cId="3051137826" sldId="2076137252"/>
            <ac:spMk id="10" creationId="{CFD38641-0DF2-4E7C-77AC-134BE72DA495}"/>
          </ac:spMkLst>
        </pc:spChg>
        <pc:spChg chg="add mod">
          <ac:chgData name="Wick, Felix" userId="85efb633-acf6-425d-a271-4f136bfa2fb0" providerId="ADAL" clId="{535E2E60-F7C1-4514-B4A4-71691A198565}" dt="2023-06-11T19:44:45.274" v="15059" actId="1036"/>
          <ac:spMkLst>
            <pc:docMk/>
            <pc:sldMk cId="3051137826" sldId="2076137252"/>
            <ac:spMk id="11" creationId="{D71AC995-78A3-D447-7B45-0E8F0E01EFF6}"/>
          </ac:spMkLst>
        </pc:spChg>
        <pc:spChg chg="add del mod">
          <ac:chgData name="Wick, Felix" userId="85efb633-acf6-425d-a271-4f136bfa2fb0" providerId="ADAL" clId="{535E2E60-F7C1-4514-B4A4-71691A198565}" dt="2023-06-09T20:18:29.042" v="11536" actId="478"/>
          <ac:spMkLst>
            <pc:docMk/>
            <pc:sldMk cId="3051137826" sldId="2076137252"/>
            <ac:spMk id="12" creationId="{48D55A51-DB3C-3CF7-8C0C-955E5F2C3B93}"/>
          </ac:spMkLst>
        </pc:spChg>
        <pc:spChg chg="add mod">
          <ac:chgData name="Wick, Felix" userId="85efb633-acf6-425d-a271-4f136bfa2fb0" providerId="ADAL" clId="{535E2E60-F7C1-4514-B4A4-71691A198565}" dt="2023-06-12T05:15:51.021" v="15540" actId="20577"/>
          <ac:spMkLst>
            <pc:docMk/>
            <pc:sldMk cId="3051137826" sldId="2076137252"/>
            <ac:spMk id="13" creationId="{99433FDA-AB2D-F6F2-2E5E-DDA9C87C6F30}"/>
          </ac:spMkLst>
        </pc:spChg>
      </pc:sldChg>
      <pc:sldChg chg="modSp new del mod">
        <pc:chgData name="Wick, Felix" userId="85efb633-acf6-425d-a271-4f136bfa2fb0" providerId="ADAL" clId="{535E2E60-F7C1-4514-B4A4-71691A198565}" dt="2023-06-05T11:32:54.680" v="6845" actId="47"/>
        <pc:sldMkLst>
          <pc:docMk/>
          <pc:sldMk cId="1721157508" sldId="2076137253"/>
        </pc:sldMkLst>
        <pc:spChg chg="mod">
          <ac:chgData name="Wick, Felix" userId="85efb633-acf6-425d-a271-4f136bfa2fb0" providerId="ADAL" clId="{535E2E60-F7C1-4514-B4A4-71691A198565}" dt="2023-06-04T17:14:51.252" v="5614" actId="20577"/>
          <ac:spMkLst>
            <pc:docMk/>
            <pc:sldMk cId="1721157508" sldId="2076137253"/>
            <ac:spMk id="2" creationId="{0ED72636-2930-9BC1-330A-1C70D770615B}"/>
          </ac:spMkLst>
        </pc:spChg>
        <pc:spChg chg="mod">
          <ac:chgData name="Wick, Felix" userId="85efb633-acf6-425d-a271-4f136bfa2fb0" providerId="ADAL" clId="{535E2E60-F7C1-4514-B4A4-71691A198565}" dt="2023-06-04T17:14:16.115" v="5569" actId="20577"/>
          <ac:spMkLst>
            <pc:docMk/>
            <pc:sldMk cId="1721157508" sldId="2076137253"/>
            <ac:spMk id="3" creationId="{56AFE906-553B-7753-D787-9202828EC041}"/>
          </ac:spMkLst>
        </pc:spChg>
      </pc:sldChg>
      <pc:sldChg chg="addSp delSp modSp new mod ord">
        <pc:chgData name="Wick, Felix" userId="85efb633-acf6-425d-a271-4f136bfa2fb0" providerId="ADAL" clId="{535E2E60-F7C1-4514-B4A4-71691A198565}" dt="2023-06-10T08:34:38.129" v="12776"/>
        <pc:sldMkLst>
          <pc:docMk/>
          <pc:sldMk cId="2928473293" sldId="2076137253"/>
        </pc:sldMkLst>
        <pc:spChg chg="mod">
          <ac:chgData name="Wick, Felix" userId="85efb633-acf6-425d-a271-4f136bfa2fb0" providerId="ADAL" clId="{535E2E60-F7C1-4514-B4A4-71691A198565}" dt="2023-06-09T09:05:36.106" v="8104" actId="20577"/>
          <ac:spMkLst>
            <pc:docMk/>
            <pc:sldMk cId="2928473293" sldId="2076137253"/>
            <ac:spMk id="2" creationId="{4E8DA819-056F-903B-7A8B-FA9DD3BA1BFF}"/>
          </ac:spMkLst>
        </pc:spChg>
        <pc:spChg chg="del">
          <ac:chgData name="Wick, Felix" userId="85efb633-acf6-425d-a271-4f136bfa2fb0" providerId="ADAL" clId="{535E2E60-F7C1-4514-B4A4-71691A198565}" dt="2023-06-09T08:46:08.620" v="7579" actId="478"/>
          <ac:spMkLst>
            <pc:docMk/>
            <pc:sldMk cId="2928473293" sldId="2076137253"/>
            <ac:spMk id="3" creationId="{545E185E-90F1-6DB1-9442-B19DC20EE93A}"/>
          </ac:spMkLst>
        </pc:spChg>
        <pc:spChg chg="add del mod">
          <ac:chgData name="Wick, Felix" userId="85efb633-acf6-425d-a271-4f136bfa2fb0" providerId="ADAL" clId="{535E2E60-F7C1-4514-B4A4-71691A198565}" dt="2023-06-09T09:01:30.695" v="7934" actId="478"/>
          <ac:spMkLst>
            <pc:docMk/>
            <pc:sldMk cId="2928473293" sldId="2076137253"/>
            <ac:spMk id="5" creationId="{CD0AAA30-ED72-904E-58CB-895A15E7A30E}"/>
          </ac:spMkLst>
        </pc:spChg>
        <pc:spChg chg="add mod">
          <ac:chgData name="Wick, Felix" userId="85efb633-acf6-425d-a271-4f136bfa2fb0" providerId="ADAL" clId="{535E2E60-F7C1-4514-B4A4-71691A198565}" dt="2023-06-09T09:08:44.708" v="8151" actId="1037"/>
          <ac:spMkLst>
            <pc:docMk/>
            <pc:sldMk cId="2928473293" sldId="2076137253"/>
            <ac:spMk id="7" creationId="{6B281342-B336-4AD7-6492-7F8A2D6DD3A9}"/>
          </ac:spMkLst>
        </pc:spChg>
        <pc:spChg chg="add mod">
          <ac:chgData name="Wick, Felix" userId="85efb633-acf6-425d-a271-4f136bfa2fb0" providerId="ADAL" clId="{535E2E60-F7C1-4514-B4A4-71691A198565}" dt="2023-06-09T09:01:50.048" v="7976" actId="1076"/>
          <ac:spMkLst>
            <pc:docMk/>
            <pc:sldMk cId="2928473293" sldId="2076137253"/>
            <ac:spMk id="24" creationId="{F67A70FE-360D-031A-D50A-B91852EEA6EB}"/>
          </ac:spMkLst>
        </pc:spChg>
        <pc:spChg chg="add mod">
          <ac:chgData name="Wick, Felix" userId="85efb633-acf6-425d-a271-4f136bfa2fb0" providerId="ADAL" clId="{535E2E60-F7C1-4514-B4A4-71691A198565}" dt="2023-06-09T09:08:50.635" v="8167" actId="1038"/>
          <ac:spMkLst>
            <pc:docMk/>
            <pc:sldMk cId="2928473293" sldId="2076137253"/>
            <ac:spMk id="32" creationId="{03CF979F-B03B-36AB-EF22-E14F75810809}"/>
          </ac:spMkLst>
        </pc:spChg>
        <pc:spChg chg="add mod">
          <ac:chgData name="Wick, Felix" userId="85efb633-acf6-425d-a271-4f136bfa2fb0" providerId="ADAL" clId="{535E2E60-F7C1-4514-B4A4-71691A198565}" dt="2023-06-09T09:04:45.461" v="8030" actId="1076"/>
          <ac:spMkLst>
            <pc:docMk/>
            <pc:sldMk cId="2928473293" sldId="2076137253"/>
            <ac:spMk id="34" creationId="{E72B2AF0-071A-EEE7-E554-A75736A67A80}"/>
          </ac:spMkLst>
        </pc:spChg>
        <pc:spChg chg="add mod">
          <ac:chgData name="Wick, Felix" userId="85efb633-acf6-425d-a271-4f136bfa2fb0" providerId="ADAL" clId="{535E2E60-F7C1-4514-B4A4-71691A198565}" dt="2023-06-09T09:04:45.461" v="8030" actId="1076"/>
          <ac:spMkLst>
            <pc:docMk/>
            <pc:sldMk cId="2928473293" sldId="2076137253"/>
            <ac:spMk id="35" creationId="{05844D44-C220-C324-2CF4-0AE79A0CD4A0}"/>
          </ac:spMkLst>
        </pc:spChg>
        <pc:spChg chg="add mod">
          <ac:chgData name="Wick, Felix" userId="85efb633-acf6-425d-a271-4f136bfa2fb0" providerId="ADAL" clId="{535E2E60-F7C1-4514-B4A4-71691A198565}" dt="2023-06-09T09:04:45.461" v="8030" actId="1076"/>
          <ac:spMkLst>
            <pc:docMk/>
            <pc:sldMk cId="2928473293" sldId="2076137253"/>
            <ac:spMk id="36" creationId="{44C6E32C-CA0C-FD42-60C8-BC105A2ECF1E}"/>
          </ac:spMkLst>
        </pc:spChg>
        <pc:spChg chg="add mod">
          <ac:chgData name="Wick, Felix" userId="85efb633-acf6-425d-a271-4f136bfa2fb0" providerId="ADAL" clId="{535E2E60-F7C1-4514-B4A4-71691A198565}" dt="2023-06-09T09:05:06.068" v="8036" actId="1037"/>
          <ac:spMkLst>
            <pc:docMk/>
            <pc:sldMk cId="2928473293" sldId="2076137253"/>
            <ac:spMk id="40" creationId="{1AE3D47B-54BA-1C39-3413-E9593213682E}"/>
          </ac:spMkLst>
        </pc:spChg>
        <pc:spChg chg="add mod">
          <ac:chgData name="Wick, Felix" userId="85efb633-acf6-425d-a271-4f136bfa2fb0" providerId="ADAL" clId="{535E2E60-F7C1-4514-B4A4-71691A198565}" dt="2023-06-09T10:13:25.871" v="9258" actId="20577"/>
          <ac:spMkLst>
            <pc:docMk/>
            <pc:sldMk cId="2928473293" sldId="2076137253"/>
            <ac:spMk id="41" creationId="{9F8F4F2C-F6A2-7CE5-004E-B4EB0626115A}"/>
          </ac:spMkLst>
        </pc:spChg>
        <pc:picChg chg="add del mod ord">
          <ac:chgData name="Wick, Felix" userId="85efb633-acf6-425d-a271-4f136bfa2fb0" providerId="ADAL" clId="{535E2E60-F7C1-4514-B4A4-71691A198565}" dt="2023-06-09T09:00:42.037" v="7931" actId="478"/>
          <ac:picMkLst>
            <pc:docMk/>
            <pc:sldMk cId="2928473293" sldId="2076137253"/>
            <ac:picMk id="6" creationId="{87A6D5C6-C1B4-9345-17D6-2B24CE4C3B94}"/>
          </ac:picMkLst>
        </pc:picChg>
        <pc:picChg chg="add mod ord">
          <ac:chgData name="Wick, Felix" userId="85efb633-acf6-425d-a271-4f136bfa2fb0" providerId="ADAL" clId="{535E2E60-F7C1-4514-B4A4-71691A198565}" dt="2023-06-09T09:08:33.679" v="8138" actId="1038"/>
          <ac:picMkLst>
            <pc:docMk/>
            <pc:sldMk cId="2928473293" sldId="2076137253"/>
            <ac:picMk id="23" creationId="{97FF39AD-5FED-11F7-5ACF-0417771DAB7A}"/>
          </ac:picMkLst>
        </pc:picChg>
        <pc:cxnChg chg="add mod">
          <ac:chgData name="Wick, Felix" userId="85efb633-acf6-425d-a271-4f136bfa2fb0" providerId="ADAL" clId="{535E2E60-F7C1-4514-B4A4-71691A198565}" dt="2023-06-09T09:08:44.708" v="8151" actId="1037"/>
          <ac:cxnSpMkLst>
            <pc:docMk/>
            <pc:sldMk cId="2928473293" sldId="2076137253"/>
            <ac:cxnSpMk id="8" creationId="{247FD891-251C-5F0B-96D4-C2D72A0DCF67}"/>
          </ac:cxnSpMkLst>
        </pc:cxnChg>
        <pc:cxnChg chg="add mod">
          <ac:chgData name="Wick, Felix" userId="85efb633-acf6-425d-a271-4f136bfa2fb0" providerId="ADAL" clId="{535E2E60-F7C1-4514-B4A4-71691A198565}" dt="2023-06-09T09:08:44.708" v="8151" actId="1037"/>
          <ac:cxnSpMkLst>
            <pc:docMk/>
            <pc:sldMk cId="2928473293" sldId="2076137253"/>
            <ac:cxnSpMk id="9" creationId="{8B2854F9-1E2F-3F97-8FAC-A85932E7728D}"/>
          </ac:cxnSpMkLst>
        </pc:cxnChg>
        <pc:cxnChg chg="add mod">
          <ac:chgData name="Wick, Felix" userId="85efb633-acf6-425d-a271-4f136bfa2fb0" providerId="ADAL" clId="{535E2E60-F7C1-4514-B4A4-71691A198565}" dt="2023-06-09T09:08:44.708" v="8151" actId="1037"/>
          <ac:cxnSpMkLst>
            <pc:docMk/>
            <pc:sldMk cId="2928473293" sldId="2076137253"/>
            <ac:cxnSpMk id="10" creationId="{68FF48B4-173F-977F-E072-F17363D9BB27}"/>
          </ac:cxnSpMkLst>
        </pc:cxnChg>
        <pc:cxnChg chg="add mod">
          <ac:chgData name="Wick, Felix" userId="85efb633-acf6-425d-a271-4f136bfa2fb0" providerId="ADAL" clId="{535E2E60-F7C1-4514-B4A4-71691A198565}" dt="2023-06-09T09:08:50.635" v="8167" actId="1038"/>
          <ac:cxnSpMkLst>
            <pc:docMk/>
            <pc:sldMk cId="2928473293" sldId="2076137253"/>
            <ac:cxnSpMk id="33" creationId="{0774FE49-0DE3-8E95-4395-08E99042FEBE}"/>
          </ac:cxnSpMkLst>
        </pc:cxnChg>
        <pc:cxnChg chg="add mod">
          <ac:chgData name="Wick, Felix" userId="85efb633-acf6-425d-a271-4f136bfa2fb0" providerId="ADAL" clId="{535E2E60-F7C1-4514-B4A4-71691A198565}" dt="2023-06-09T09:04:45.461" v="8030" actId="1076"/>
          <ac:cxnSpMkLst>
            <pc:docMk/>
            <pc:sldMk cId="2928473293" sldId="2076137253"/>
            <ac:cxnSpMk id="37" creationId="{7F68F8E3-2610-79E8-D23B-9488DED15561}"/>
          </ac:cxnSpMkLst>
        </pc:cxnChg>
        <pc:cxnChg chg="add mod">
          <ac:chgData name="Wick, Felix" userId="85efb633-acf6-425d-a271-4f136bfa2fb0" providerId="ADAL" clId="{535E2E60-F7C1-4514-B4A4-71691A198565}" dt="2023-06-09T09:04:45.461" v="8030" actId="1076"/>
          <ac:cxnSpMkLst>
            <pc:docMk/>
            <pc:sldMk cId="2928473293" sldId="2076137253"/>
            <ac:cxnSpMk id="38" creationId="{5C36F15D-88AB-F7FA-985F-998DE26495ED}"/>
          </ac:cxnSpMkLst>
        </pc:cxnChg>
        <pc:cxnChg chg="add mod">
          <ac:chgData name="Wick, Felix" userId="85efb633-acf6-425d-a271-4f136bfa2fb0" providerId="ADAL" clId="{535E2E60-F7C1-4514-B4A4-71691A198565}" dt="2023-06-09T09:04:45.461" v="8030" actId="1076"/>
          <ac:cxnSpMkLst>
            <pc:docMk/>
            <pc:sldMk cId="2928473293" sldId="2076137253"/>
            <ac:cxnSpMk id="39" creationId="{EB660D0D-8935-ACAE-449E-29395D598135}"/>
          </ac:cxnSpMkLst>
        </pc:cxnChg>
      </pc:sldChg>
      <pc:sldChg chg="addSp delSp modSp new mod ord">
        <pc:chgData name="Wick, Felix" userId="85efb633-acf6-425d-a271-4f136bfa2fb0" providerId="ADAL" clId="{535E2E60-F7C1-4514-B4A4-71691A198565}" dt="2023-06-10T08:34:38.129" v="12776"/>
        <pc:sldMkLst>
          <pc:docMk/>
          <pc:sldMk cId="1615685498" sldId="2076137254"/>
        </pc:sldMkLst>
        <pc:spChg chg="mod">
          <ac:chgData name="Wick, Felix" userId="85efb633-acf6-425d-a271-4f136bfa2fb0" providerId="ADAL" clId="{535E2E60-F7C1-4514-B4A4-71691A198565}" dt="2023-06-09T08:48:02.709" v="7586" actId="20577"/>
          <ac:spMkLst>
            <pc:docMk/>
            <pc:sldMk cId="1615685498" sldId="2076137254"/>
            <ac:spMk id="2" creationId="{D7F6EDC7-712B-4120-17E4-6DBB031BE984}"/>
          </ac:spMkLst>
        </pc:spChg>
        <pc:spChg chg="del mod">
          <ac:chgData name="Wick, Felix" userId="85efb633-acf6-425d-a271-4f136bfa2fb0" providerId="ADAL" clId="{535E2E60-F7C1-4514-B4A4-71691A198565}" dt="2023-06-09T09:34:48.993" v="8229" actId="478"/>
          <ac:spMkLst>
            <pc:docMk/>
            <pc:sldMk cId="1615685498" sldId="2076137254"/>
            <ac:spMk id="3" creationId="{0A7BACB0-4714-2ABE-7CF4-AA152337F89C}"/>
          </ac:spMkLst>
        </pc:spChg>
        <pc:spChg chg="add mod">
          <ac:chgData name="Wick, Felix" userId="85efb633-acf6-425d-a271-4f136bfa2fb0" providerId="ADAL" clId="{535E2E60-F7C1-4514-B4A4-71691A198565}" dt="2023-06-09T09:43:16.510" v="8545" actId="1076"/>
          <ac:spMkLst>
            <pc:docMk/>
            <pc:sldMk cId="1615685498" sldId="2076137254"/>
            <ac:spMk id="6" creationId="{4C1F697F-AF92-BDA0-FDD1-725E34DABC06}"/>
          </ac:spMkLst>
        </pc:spChg>
        <pc:spChg chg="add mod">
          <ac:chgData name="Wick, Felix" userId="85efb633-acf6-425d-a271-4f136bfa2fb0" providerId="ADAL" clId="{535E2E60-F7C1-4514-B4A4-71691A198565}" dt="2023-06-09T10:58:40.714" v="10169" actId="1035"/>
          <ac:spMkLst>
            <pc:docMk/>
            <pc:sldMk cId="1615685498" sldId="2076137254"/>
            <ac:spMk id="8" creationId="{9A1F9696-C88C-10E8-A511-57DFCBC354B7}"/>
          </ac:spMkLst>
        </pc:spChg>
        <pc:spChg chg="add del mod">
          <ac:chgData name="Wick, Felix" userId="85efb633-acf6-425d-a271-4f136bfa2fb0" providerId="ADAL" clId="{535E2E60-F7C1-4514-B4A4-71691A198565}" dt="2023-06-09T09:52:55.902" v="8778" actId="478"/>
          <ac:spMkLst>
            <pc:docMk/>
            <pc:sldMk cId="1615685498" sldId="2076137254"/>
            <ac:spMk id="10" creationId="{27C2297B-91DF-C9D1-5C59-550548EAAE25}"/>
          </ac:spMkLst>
        </pc:spChg>
        <pc:spChg chg="add del mod">
          <ac:chgData name="Wick, Felix" userId="85efb633-acf6-425d-a271-4f136bfa2fb0" providerId="ADAL" clId="{535E2E60-F7C1-4514-B4A4-71691A198565}" dt="2023-06-09T10:58:05.171" v="10155" actId="478"/>
          <ac:spMkLst>
            <pc:docMk/>
            <pc:sldMk cId="1615685498" sldId="2076137254"/>
            <ac:spMk id="12" creationId="{7EF6876F-5E83-61B4-6C2F-61052037C995}"/>
          </ac:spMkLst>
        </pc:spChg>
        <pc:spChg chg="add mod">
          <ac:chgData name="Wick, Felix" userId="85efb633-acf6-425d-a271-4f136bfa2fb0" providerId="ADAL" clId="{535E2E60-F7C1-4514-B4A4-71691A198565}" dt="2023-06-09T09:36:23.819" v="8235" actId="1076"/>
          <ac:spMkLst>
            <pc:docMk/>
            <pc:sldMk cId="1615685498" sldId="2076137254"/>
            <ac:spMk id="13" creationId="{0AB4921F-6020-37F3-F35B-C57BF938BFB2}"/>
          </ac:spMkLst>
        </pc:spChg>
        <pc:spChg chg="add mod">
          <ac:chgData name="Wick, Felix" userId="85efb633-acf6-425d-a271-4f136bfa2fb0" providerId="ADAL" clId="{535E2E60-F7C1-4514-B4A4-71691A198565}" dt="2023-06-09T09:38:52.614" v="8237" actId="1076"/>
          <ac:spMkLst>
            <pc:docMk/>
            <pc:sldMk cId="1615685498" sldId="2076137254"/>
            <ac:spMk id="17" creationId="{85026FA0-F319-FFFA-C270-351F0088CB5D}"/>
          </ac:spMkLst>
        </pc:spChg>
        <pc:spChg chg="add mod">
          <ac:chgData name="Wick, Felix" userId="85efb633-acf6-425d-a271-4f136bfa2fb0" providerId="ADAL" clId="{535E2E60-F7C1-4514-B4A4-71691A198565}" dt="2023-06-09T09:38:52.614" v="8237" actId="1076"/>
          <ac:spMkLst>
            <pc:docMk/>
            <pc:sldMk cId="1615685498" sldId="2076137254"/>
            <ac:spMk id="19" creationId="{BF595574-8194-F986-0343-C8450798185A}"/>
          </ac:spMkLst>
        </pc:spChg>
        <pc:spChg chg="add mod">
          <ac:chgData name="Wick, Felix" userId="85efb633-acf6-425d-a271-4f136bfa2fb0" providerId="ADAL" clId="{535E2E60-F7C1-4514-B4A4-71691A198565}" dt="2023-06-09T09:38:52.614" v="8237" actId="1076"/>
          <ac:spMkLst>
            <pc:docMk/>
            <pc:sldMk cId="1615685498" sldId="2076137254"/>
            <ac:spMk id="21" creationId="{65E875DC-F960-CD37-3E95-C84B0574E203}"/>
          </ac:spMkLst>
        </pc:spChg>
        <pc:spChg chg="add mod">
          <ac:chgData name="Wick, Felix" userId="85efb633-acf6-425d-a271-4f136bfa2fb0" providerId="ADAL" clId="{535E2E60-F7C1-4514-B4A4-71691A198565}" dt="2023-06-09T09:38:52.614" v="8237" actId="1076"/>
          <ac:spMkLst>
            <pc:docMk/>
            <pc:sldMk cId="1615685498" sldId="2076137254"/>
            <ac:spMk id="22" creationId="{ACE936C0-F7AD-2E8C-65D4-84CC0978B592}"/>
          </ac:spMkLst>
        </pc:spChg>
        <pc:spChg chg="add del mod">
          <ac:chgData name="Wick, Felix" userId="85efb633-acf6-425d-a271-4f136bfa2fb0" providerId="ADAL" clId="{535E2E60-F7C1-4514-B4A4-71691A198565}" dt="2023-06-09T09:53:24.437" v="8781" actId="478"/>
          <ac:spMkLst>
            <pc:docMk/>
            <pc:sldMk cId="1615685498" sldId="2076137254"/>
            <ac:spMk id="23" creationId="{833E469F-C3FC-E7B6-A4BB-CF92FE0FD9F8}"/>
          </ac:spMkLst>
        </pc:spChg>
        <pc:spChg chg="add mod">
          <ac:chgData name="Wick, Felix" userId="85efb633-acf6-425d-a271-4f136bfa2fb0" providerId="ADAL" clId="{535E2E60-F7C1-4514-B4A4-71691A198565}" dt="2023-06-09T09:54:13.443" v="8821" actId="1036"/>
          <ac:spMkLst>
            <pc:docMk/>
            <pc:sldMk cId="1615685498" sldId="2076137254"/>
            <ac:spMk id="29" creationId="{240F3369-A53F-CCC2-BA18-D0A61B397365}"/>
          </ac:spMkLst>
        </pc:spChg>
        <pc:spChg chg="add mod">
          <ac:chgData name="Wick, Felix" userId="85efb633-acf6-425d-a271-4f136bfa2fb0" providerId="ADAL" clId="{535E2E60-F7C1-4514-B4A4-71691A198565}" dt="2023-06-09T09:54:13.443" v="8821" actId="1036"/>
          <ac:spMkLst>
            <pc:docMk/>
            <pc:sldMk cId="1615685498" sldId="2076137254"/>
            <ac:spMk id="30" creationId="{280B47B5-D639-266A-C60A-FAA1DD5D2EDF}"/>
          </ac:spMkLst>
        </pc:spChg>
        <pc:spChg chg="add mod">
          <ac:chgData name="Wick, Felix" userId="85efb633-acf6-425d-a271-4f136bfa2fb0" providerId="ADAL" clId="{535E2E60-F7C1-4514-B4A4-71691A198565}" dt="2023-06-09T09:55:44.817" v="8860" actId="1035"/>
          <ac:spMkLst>
            <pc:docMk/>
            <pc:sldMk cId="1615685498" sldId="2076137254"/>
            <ac:spMk id="33" creationId="{E07C5EE0-57D0-5783-43BE-0D54949236B1}"/>
          </ac:spMkLst>
        </pc:spChg>
        <pc:spChg chg="add mod">
          <ac:chgData name="Wick, Felix" userId="85efb633-acf6-425d-a271-4f136bfa2fb0" providerId="ADAL" clId="{535E2E60-F7C1-4514-B4A4-71691A198565}" dt="2023-06-09T09:44:32.014" v="8554" actId="14100"/>
          <ac:spMkLst>
            <pc:docMk/>
            <pc:sldMk cId="1615685498" sldId="2076137254"/>
            <ac:spMk id="34" creationId="{04E0D46B-7E01-A3DF-0937-C800F2B622E2}"/>
          </ac:spMkLst>
        </pc:spChg>
        <pc:spChg chg="add mod">
          <ac:chgData name="Wick, Felix" userId="85efb633-acf6-425d-a271-4f136bfa2fb0" providerId="ADAL" clId="{535E2E60-F7C1-4514-B4A4-71691A198565}" dt="2023-06-09T09:54:59.788" v="8840" actId="1035"/>
          <ac:spMkLst>
            <pc:docMk/>
            <pc:sldMk cId="1615685498" sldId="2076137254"/>
            <ac:spMk id="37" creationId="{0817729A-2DE0-5C2D-8297-825E8DB483DC}"/>
          </ac:spMkLst>
        </pc:spChg>
        <pc:spChg chg="add del mod">
          <ac:chgData name="Wick, Felix" userId="85efb633-acf6-425d-a271-4f136bfa2fb0" providerId="ADAL" clId="{535E2E60-F7C1-4514-B4A4-71691A198565}" dt="2023-06-09T09:48:22.079" v="8675" actId="478"/>
          <ac:spMkLst>
            <pc:docMk/>
            <pc:sldMk cId="1615685498" sldId="2076137254"/>
            <ac:spMk id="38" creationId="{CCCECB25-9D3B-A063-198C-6CFC36C3D860}"/>
          </ac:spMkLst>
        </pc:spChg>
        <pc:spChg chg="add mod">
          <ac:chgData name="Wick, Felix" userId="85efb633-acf6-425d-a271-4f136bfa2fb0" providerId="ADAL" clId="{535E2E60-F7C1-4514-B4A4-71691A198565}" dt="2023-06-09T09:55:10.103" v="8849" actId="1076"/>
          <ac:spMkLst>
            <pc:docMk/>
            <pc:sldMk cId="1615685498" sldId="2076137254"/>
            <ac:spMk id="39" creationId="{FD4F158B-26A0-62A3-D8FD-8BF287DA7AF0}"/>
          </ac:spMkLst>
        </pc:spChg>
        <pc:spChg chg="add mod">
          <ac:chgData name="Wick, Felix" userId="85efb633-acf6-425d-a271-4f136bfa2fb0" providerId="ADAL" clId="{535E2E60-F7C1-4514-B4A4-71691A198565}" dt="2023-06-09T09:55:03.579" v="8848" actId="1035"/>
          <ac:spMkLst>
            <pc:docMk/>
            <pc:sldMk cId="1615685498" sldId="2076137254"/>
            <ac:spMk id="40" creationId="{C6E73146-ABD2-8B76-55AE-F75D853F43C5}"/>
          </ac:spMkLst>
        </pc:spChg>
        <pc:spChg chg="add mod">
          <ac:chgData name="Wick, Felix" userId="85efb633-acf6-425d-a271-4f136bfa2fb0" providerId="ADAL" clId="{535E2E60-F7C1-4514-B4A4-71691A198565}" dt="2023-06-09T09:53:16.540" v="8780" actId="1076"/>
          <ac:spMkLst>
            <pc:docMk/>
            <pc:sldMk cId="1615685498" sldId="2076137254"/>
            <ac:spMk id="41" creationId="{19A09707-D094-DC2A-2342-DE6C675611CD}"/>
          </ac:spMkLst>
        </pc:spChg>
        <pc:spChg chg="add mod">
          <ac:chgData name="Wick, Felix" userId="85efb633-acf6-425d-a271-4f136bfa2fb0" providerId="ADAL" clId="{535E2E60-F7C1-4514-B4A4-71691A198565}" dt="2023-06-09T10:59:17.261" v="10193" actId="1076"/>
          <ac:spMkLst>
            <pc:docMk/>
            <pc:sldMk cId="1615685498" sldId="2076137254"/>
            <ac:spMk id="56" creationId="{4D058EFA-B46D-641C-341E-3C9A359FDB51}"/>
          </ac:spMkLst>
        </pc:spChg>
        <pc:picChg chg="add mod">
          <ac:chgData name="Wick, Felix" userId="85efb633-acf6-425d-a271-4f136bfa2fb0" providerId="ADAL" clId="{535E2E60-F7C1-4514-B4A4-71691A198565}" dt="2023-06-09T09:43:11.832" v="8544" actId="14100"/>
          <ac:picMkLst>
            <pc:docMk/>
            <pc:sldMk cId="1615685498" sldId="2076137254"/>
            <ac:picMk id="5" creationId="{50DD5419-5D7D-1D81-EF05-EA63BC11FD60}"/>
          </ac:picMkLst>
        </pc:picChg>
        <pc:picChg chg="add mod">
          <ac:chgData name="Wick, Felix" userId="85efb633-acf6-425d-a271-4f136bfa2fb0" providerId="ADAL" clId="{535E2E60-F7C1-4514-B4A4-71691A198565}" dt="2023-06-09T09:40:12.396" v="8488" actId="1037"/>
          <ac:picMkLst>
            <pc:docMk/>
            <pc:sldMk cId="1615685498" sldId="2076137254"/>
            <ac:picMk id="7" creationId="{7BAEA616-0D24-2192-ACB4-604BDB939564}"/>
          </ac:picMkLst>
        </pc:picChg>
        <pc:picChg chg="add mod">
          <ac:chgData name="Wick, Felix" userId="85efb633-acf6-425d-a271-4f136bfa2fb0" providerId="ADAL" clId="{535E2E60-F7C1-4514-B4A4-71691A198565}" dt="2023-06-09T09:52:05.519" v="8775" actId="1076"/>
          <ac:picMkLst>
            <pc:docMk/>
            <pc:sldMk cId="1615685498" sldId="2076137254"/>
            <ac:picMk id="11" creationId="{B29BB6AA-D1FF-1FB0-FD05-6CB585B8BA83}"/>
          </ac:picMkLst>
        </pc:picChg>
        <pc:picChg chg="add mod">
          <ac:chgData name="Wick, Felix" userId="85efb633-acf6-425d-a271-4f136bfa2fb0" providerId="ADAL" clId="{535E2E60-F7C1-4514-B4A4-71691A198565}" dt="2023-06-09T09:38:52.614" v="8237" actId="1076"/>
          <ac:picMkLst>
            <pc:docMk/>
            <pc:sldMk cId="1615685498" sldId="2076137254"/>
            <ac:picMk id="16" creationId="{AF7EDB01-393E-448B-6AF4-2B1D51B266C3}"/>
          </ac:picMkLst>
        </pc:picChg>
        <pc:picChg chg="add mod">
          <ac:chgData name="Wick, Felix" userId="85efb633-acf6-425d-a271-4f136bfa2fb0" providerId="ADAL" clId="{535E2E60-F7C1-4514-B4A4-71691A198565}" dt="2023-06-09T09:54:13.443" v="8821" actId="1036"/>
          <ac:picMkLst>
            <pc:docMk/>
            <pc:sldMk cId="1615685498" sldId="2076137254"/>
            <ac:picMk id="28" creationId="{99A377A6-FB91-AF14-15A3-4AE2E5B6D654}"/>
          </ac:picMkLst>
        </pc:picChg>
        <pc:picChg chg="add mod">
          <ac:chgData name="Wick, Felix" userId="85efb633-acf6-425d-a271-4f136bfa2fb0" providerId="ADAL" clId="{535E2E60-F7C1-4514-B4A4-71691A198565}" dt="2023-06-09T09:54:59.788" v="8840" actId="1035"/>
          <ac:picMkLst>
            <pc:docMk/>
            <pc:sldMk cId="1615685498" sldId="2076137254"/>
            <ac:picMk id="35" creationId="{D174E35E-07F3-779F-8AD1-EF27D677FBCA}"/>
          </ac:picMkLst>
        </pc:picChg>
        <pc:picChg chg="add mod">
          <ac:chgData name="Wick, Felix" userId="85efb633-acf6-425d-a271-4f136bfa2fb0" providerId="ADAL" clId="{535E2E60-F7C1-4514-B4A4-71691A198565}" dt="2023-06-09T09:55:03.579" v="8848" actId="1035"/>
          <ac:picMkLst>
            <pc:docMk/>
            <pc:sldMk cId="1615685498" sldId="2076137254"/>
            <ac:picMk id="36" creationId="{311E092F-8AB3-23F7-B4F9-26557C5255B6}"/>
          </ac:picMkLst>
        </pc:picChg>
        <pc:cxnChg chg="add del mod">
          <ac:chgData name="Wick, Felix" userId="85efb633-acf6-425d-a271-4f136bfa2fb0" providerId="ADAL" clId="{535E2E60-F7C1-4514-B4A4-71691A198565}" dt="2023-06-09T09:39:38.682" v="8333" actId="478"/>
          <ac:cxnSpMkLst>
            <pc:docMk/>
            <pc:sldMk cId="1615685498" sldId="2076137254"/>
            <ac:cxnSpMk id="9" creationId="{946F59F0-85DE-7A5B-BA07-8AFE62CA0C6C}"/>
          </ac:cxnSpMkLst>
        </pc:cxnChg>
        <pc:cxnChg chg="add del mod">
          <ac:chgData name="Wick, Felix" userId="85efb633-acf6-425d-a271-4f136bfa2fb0" providerId="ADAL" clId="{535E2E60-F7C1-4514-B4A4-71691A198565}" dt="2023-06-09T09:41:45.859" v="8495" actId="478"/>
          <ac:cxnSpMkLst>
            <pc:docMk/>
            <pc:sldMk cId="1615685498" sldId="2076137254"/>
            <ac:cxnSpMk id="14" creationId="{34ADDAB4-E326-F916-D507-CB0A844EA848}"/>
          </ac:cxnSpMkLst>
        </pc:cxnChg>
        <pc:cxnChg chg="add mod">
          <ac:chgData name="Wick, Felix" userId="85efb633-acf6-425d-a271-4f136bfa2fb0" providerId="ADAL" clId="{535E2E60-F7C1-4514-B4A4-71691A198565}" dt="2023-06-09T09:36:23.819" v="8235" actId="1076"/>
          <ac:cxnSpMkLst>
            <pc:docMk/>
            <pc:sldMk cId="1615685498" sldId="2076137254"/>
            <ac:cxnSpMk id="15" creationId="{5CA51227-695C-F0F0-EB5A-256F0A050382}"/>
          </ac:cxnSpMkLst>
        </pc:cxnChg>
        <pc:cxnChg chg="add mod">
          <ac:chgData name="Wick, Felix" userId="85efb633-acf6-425d-a271-4f136bfa2fb0" providerId="ADAL" clId="{535E2E60-F7C1-4514-B4A4-71691A198565}" dt="2023-06-09T09:38:52.614" v="8237" actId="1076"/>
          <ac:cxnSpMkLst>
            <pc:docMk/>
            <pc:sldMk cId="1615685498" sldId="2076137254"/>
            <ac:cxnSpMk id="18" creationId="{71A8AE96-2DB3-35F3-6AB5-F36422EEE53E}"/>
          </ac:cxnSpMkLst>
        </pc:cxnChg>
        <pc:cxnChg chg="add mod">
          <ac:chgData name="Wick, Felix" userId="85efb633-acf6-425d-a271-4f136bfa2fb0" providerId="ADAL" clId="{535E2E60-F7C1-4514-B4A4-71691A198565}" dt="2023-06-09T09:38:52.614" v="8237" actId="1076"/>
          <ac:cxnSpMkLst>
            <pc:docMk/>
            <pc:sldMk cId="1615685498" sldId="2076137254"/>
            <ac:cxnSpMk id="20" creationId="{2243BDF0-2F20-E16F-8A1C-AAB38E0109DD}"/>
          </ac:cxnSpMkLst>
        </pc:cxnChg>
        <pc:cxnChg chg="add mod">
          <ac:chgData name="Wick, Felix" userId="85efb633-acf6-425d-a271-4f136bfa2fb0" providerId="ADAL" clId="{535E2E60-F7C1-4514-B4A4-71691A198565}" dt="2023-06-09T09:38:52.614" v="8237" actId="1076"/>
          <ac:cxnSpMkLst>
            <pc:docMk/>
            <pc:sldMk cId="1615685498" sldId="2076137254"/>
            <ac:cxnSpMk id="24" creationId="{DD3FCC3E-D3C1-580C-81AA-4479E59E1A55}"/>
          </ac:cxnSpMkLst>
        </pc:cxnChg>
        <pc:cxnChg chg="add del mod">
          <ac:chgData name="Wick, Felix" userId="85efb633-acf6-425d-a271-4f136bfa2fb0" providerId="ADAL" clId="{535E2E60-F7C1-4514-B4A4-71691A198565}" dt="2023-06-09T09:53:26.168" v="8782" actId="478"/>
          <ac:cxnSpMkLst>
            <pc:docMk/>
            <pc:sldMk cId="1615685498" sldId="2076137254"/>
            <ac:cxnSpMk id="25" creationId="{78E0E768-41D2-44F7-7E6D-14FD5365EAD1}"/>
          </ac:cxnSpMkLst>
        </pc:cxnChg>
        <pc:cxnChg chg="add mod">
          <ac:chgData name="Wick, Felix" userId="85efb633-acf6-425d-a271-4f136bfa2fb0" providerId="ADAL" clId="{535E2E60-F7C1-4514-B4A4-71691A198565}" dt="2023-06-09T10:58:45.287" v="10170" actId="14100"/>
          <ac:cxnSpMkLst>
            <pc:docMk/>
            <pc:sldMk cId="1615685498" sldId="2076137254"/>
            <ac:cxnSpMk id="27" creationId="{50569DFA-CE05-8A29-21DA-DDF36BB19990}"/>
          </ac:cxnSpMkLst>
        </pc:cxnChg>
        <pc:cxnChg chg="add del mod">
          <ac:chgData name="Wick, Felix" userId="85efb633-acf6-425d-a271-4f136bfa2fb0" providerId="ADAL" clId="{535E2E60-F7C1-4514-B4A4-71691A198565}" dt="2023-06-09T10:57:41.203" v="10152" actId="478"/>
          <ac:cxnSpMkLst>
            <pc:docMk/>
            <pc:sldMk cId="1615685498" sldId="2076137254"/>
            <ac:cxnSpMk id="32" creationId="{17FB49F3-27A3-C777-30D6-1C1472390B77}"/>
          </ac:cxnSpMkLst>
        </pc:cxnChg>
        <pc:cxnChg chg="add mod">
          <ac:chgData name="Wick, Felix" userId="85efb633-acf6-425d-a271-4f136bfa2fb0" providerId="ADAL" clId="{535E2E60-F7C1-4514-B4A4-71691A198565}" dt="2023-06-09T10:58:50.612" v="10171" actId="14100"/>
          <ac:cxnSpMkLst>
            <pc:docMk/>
            <pc:sldMk cId="1615685498" sldId="2076137254"/>
            <ac:cxnSpMk id="48" creationId="{2636A8C1-2F63-02B2-2214-2B137572F14F}"/>
          </ac:cxnSpMkLst>
        </pc:cxnChg>
      </pc:sldChg>
      <pc:sldChg chg="addSp delSp new del mod">
        <pc:chgData name="Wick, Felix" userId="85efb633-acf6-425d-a271-4f136bfa2fb0" providerId="ADAL" clId="{535E2E60-F7C1-4514-B4A4-71691A198565}" dt="2023-06-05T11:31:21.647" v="6792" actId="680"/>
        <pc:sldMkLst>
          <pc:docMk/>
          <pc:sldMk cId="2293272115" sldId="2076137254"/>
        </pc:sldMkLst>
        <pc:spChg chg="add del">
          <ac:chgData name="Wick, Felix" userId="85efb633-acf6-425d-a271-4f136bfa2fb0" providerId="ADAL" clId="{535E2E60-F7C1-4514-B4A4-71691A198565}" dt="2023-06-05T11:31:21.147" v="6791" actId="21"/>
          <ac:spMkLst>
            <pc:docMk/>
            <pc:sldMk cId="2293272115" sldId="2076137254"/>
            <ac:spMk id="3" creationId="{1253AE01-BBB1-DDA5-A027-6C49DC90A785}"/>
          </ac:spMkLst>
        </pc:spChg>
      </pc:sldChg>
      <pc:sldChg chg="addSp delSp modSp new mod ord">
        <pc:chgData name="Wick, Felix" userId="85efb633-acf6-425d-a271-4f136bfa2fb0" providerId="ADAL" clId="{535E2E60-F7C1-4514-B4A4-71691A198565}" dt="2023-06-10T08:34:38.129" v="12776"/>
        <pc:sldMkLst>
          <pc:docMk/>
          <pc:sldMk cId="2852016601" sldId="2076137255"/>
        </pc:sldMkLst>
        <pc:spChg chg="mod">
          <ac:chgData name="Wick, Felix" userId="85efb633-acf6-425d-a271-4f136bfa2fb0" providerId="ADAL" clId="{535E2E60-F7C1-4514-B4A4-71691A198565}" dt="2023-06-09T08:48:14.030" v="7598" actId="20577"/>
          <ac:spMkLst>
            <pc:docMk/>
            <pc:sldMk cId="2852016601" sldId="2076137255"/>
            <ac:spMk id="2" creationId="{1BB785AD-8776-F315-E39A-EE4F69D003BD}"/>
          </ac:spMkLst>
        </pc:spChg>
        <pc:spChg chg="del">
          <ac:chgData name="Wick, Felix" userId="85efb633-acf6-425d-a271-4f136bfa2fb0" providerId="ADAL" clId="{535E2E60-F7C1-4514-B4A4-71691A198565}" dt="2023-06-09T10:19:37.397" v="9296" actId="478"/>
          <ac:spMkLst>
            <pc:docMk/>
            <pc:sldMk cId="2852016601" sldId="2076137255"/>
            <ac:spMk id="3" creationId="{C6B4E913-1AF2-3F78-15FD-6228DE5CABAC}"/>
          </ac:spMkLst>
        </pc:spChg>
        <pc:spChg chg="add mod">
          <ac:chgData name="Wick, Felix" userId="85efb633-acf6-425d-a271-4f136bfa2fb0" providerId="ADAL" clId="{535E2E60-F7C1-4514-B4A4-71691A198565}" dt="2023-06-09T10:29:20.791" v="9489" actId="1035"/>
          <ac:spMkLst>
            <pc:docMk/>
            <pc:sldMk cId="2852016601" sldId="2076137255"/>
            <ac:spMk id="6" creationId="{CDFE85DF-D6A5-AB33-DE0D-414841F25224}"/>
          </ac:spMkLst>
        </pc:spChg>
        <pc:spChg chg="add mod">
          <ac:chgData name="Wick, Felix" userId="85efb633-acf6-425d-a271-4f136bfa2fb0" providerId="ADAL" clId="{535E2E60-F7C1-4514-B4A4-71691A198565}" dt="2023-06-09T10:33:16.453" v="9674" actId="1037"/>
          <ac:spMkLst>
            <pc:docMk/>
            <pc:sldMk cId="2852016601" sldId="2076137255"/>
            <ac:spMk id="11" creationId="{ED9772AF-0B3F-63ED-9981-0E4C2D84AE50}"/>
          </ac:spMkLst>
        </pc:spChg>
        <pc:spChg chg="add mod">
          <ac:chgData name="Wick, Felix" userId="85efb633-acf6-425d-a271-4f136bfa2fb0" providerId="ADAL" clId="{535E2E60-F7C1-4514-B4A4-71691A198565}" dt="2023-06-09T10:33:08.545" v="9657" actId="1037"/>
          <ac:spMkLst>
            <pc:docMk/>
            <pc:sldMk cId="2852016601" sldId="2076137255"/>
            <ac:spMk id="13" creationId="{CC1D54F9-8DEF-56C0-8C0B-75579FD53176}"/>
          </ac:spMkLst>
        </pc:spChg>
        <pc:spChg chg="add mod">
          <ac:chgData name="Wick, Felix" userId="85efb633-acf6-425d-a271-4f136bfa2fb0" providerId="ADAL" clId="{535E2E60-F7C1-4514-B4A4-71691A198565}" dt="2023-06-09T10:29:20.791" v="9489" actId="1035"/>
          <ac:spMkLst>
            <pc:docMk/>
            <pc:sldMk cId="2852016601" sldId="2076137255"/>
            <ac:spMk id="16" creationId="{0DAB1DC9-05C8-27FE-271F-60B5FD57D2BC}"/>
          </ac:spMkLst>
        </pc:spChg>
        <pc:spChg chg="add mod">
          <ac:chgData name="Wick, Felix" userId="85efb633-acf6-425d-a271-4f136bfa2fb0" providerId="ADAL" clId="{535E2E60-F7C1-4514-B4A4-71691A198565}" dt="2023-06-09T10:33:08.545" v="9657" actId="1037"/>
          <ac:spMkLst>
            <pc:docMk/>
            <pc:sldMk cId="2852016601" sldId="2076137255"/>
            <ac:spMk id="17" creationId="{9EBCF7F2-8F65-9C6F-81F9-6B71EF6E7D93}"/>
          </ac:spMkLst>
        </pc:spChg>
        <pc:spChg chg="add mod">
          <ac:chgData name="Wick, Felix" userId="85efb633-acf6-425d-a271-4f136bfa2fb0" providerId="ADAL" clId="{535E2E60-F7C1-4514-B4A4-71691A198565}" dt="2023-06-09T10:33:16.453" v="9674" actId="1037"/>
          <ac:spMkLst>
            <pc:docMk/>
            <pc:sldMk cId="2852016601" sldId="2076137255"/>
            <ac:spMk id="18" creationId="{A28E83FD-77C4-ED4E-0259-AFA02C2AEE58}"/>
          </ac:spMkLst>
        </pc:spChg>
        <pc:spChg chg="add mod ord">
          <ac:chgData name="Wick, Felix" userId="85efb633-acf6-425d-a271-4f136bfa2fb0" providerId="ADAL" clId="{535E2E60-F7C1-4514-B4A4-71691A198565}" dt="2023-06-09T10:29:20.791" v="9489" actId="1035"/>
          <ac:spMkLst>
            <pc:docMk/>
            <pc:sldMk cId="2852016601" sldId="2076137255"/>
            <ac:spMk id="19" creationId="{66626B64-B671-06CB-8A5B-5187D694462B}"/>
          </ac:spMkLst>
        </pc:spChg>
        <pc:spChg chg="add mod">
          <ac:chgData name="Wick, Felix" userId="85efb633-acf6-425d-a271-4f136bfa2fb0" providerId="ADAL" clId="{535E2E60-F7C1-4514-B4A4-71691A198565}" dt="2023-06-09T10:29:20.791" v="9489" actId="1035"/>
          <ac:spMkLst>
            <pc:docMk/>
            <pc:sldMk cId="2852016601" sldId="2076137255"/>
            <ac:spMk id="20" creationId="{A0D0C050-E882-0ACE-53DE-D8FF9ACA1101}"/>
          </ac:spMkLst>
        </pc:spChg>
        <pc:spChg chg="add mod">
          <ac:chgData name="Wick, Felix" userId="85efb633-acf6-425d-a271-4f136bfa2fb0" providerId="ADAL" clId="{535E2E60-F7C1-4514-B4A4-71691A198565}" dt="2023-06-09T10:33:16.453" v="9674" actId="1037"/>
          <ac:spMkLst>
            <pc:docMk/>
            <pc:sldMk cId="2852016601" sldId="2076137255"/>
            <ac:spMk id="21" creationId="{CE184EA3-2929-AF17-B621-A4F162D64BC1}"/>
          </ac:spMkLst>
        </pc:spChg>
        <pc:spChg chg="add mod">
          <ac:chgData name="Wick, Felix" userId="85efb633-acf6-425d-a271-4f136bfa2fb0" providerId="ADAL" clId="{535E2E60-F7C1-4514-B4A4-71691A198565}" dt="2023-06-09T10:31:55.425" v="9610" actId="1076"/>
          <ac:spMkLst>
            <pc:docMk/>
            <pc:sldMk cId="2852016601" sldId="2076137255"/>
            <ac:spMk id="22" creationId="{C999E968-4B20-2B56-2127-B031A476882E}"/>
          </ac:spMkLst>
        </pc:spChg>
        <pc:spChg chg="add mod">
          <ac:chgData name="Wick, Felix" userId="85efb633-acf6-425d-a271-4f136bfa2fb0" providerId="ADAL" clId="{535E2E60-F7C1-4514-B4A4-71691A198565}" dt="2023-06-09T10:34:34.617" v="9741" actId="255"/>
          <ac:spMkLst>
            <pc:docMk/>
            <pc:sldMk cId="2852016601" sldId="2076137255"/>
            <ac:spMk id="29" creationId="{EC401E7B-0FDD-0664-F46E-C0A0BBA3F0A7}"/>
          </ac:spMkLst>
        </pc:spChg>
        <pc:picChg chg="add mod">
          <ac:chgData name="Wick, Felix" userId="85efb633-acf6-425d-a271-4f136bfa2fb0" providerId="ADAL" clId="{535E2E60-F7C1-4514-B4A4-71691A198565}" dt="2023-06-09T10:29:20.791" v="9489" actId="1035"/>
          <ac:picMkLst>
            <pc:docMk/>
            <pc:sldMk cId="2852016601" sldId="2076137255"/>
            <ac:picMk id="5" creationId="{507C2ABA-015E-7B56-77D8-273EDA81A329}"/>
          </ac:picMkLst>
        </pc:picChg>
        <pc:picChg chg="add mod">
          <ac:chgData name="Wick, Felix" userId="85efb633-acf6-425d-a271-4f136bfa2fb0" providerId="ADAL" clId="{535E2E60-F7C1-4514-B4A4-71691A198565}" dt="2023-06-09T10:29:20.791" v="9489" actId="1035"/>
          <ac:picMkLst>
            <pc:docMk/>
            <pc:sldMk cId="2852016601" sldId="2076137255"/>
            <ac:picMk id="7" creationId="{42F85693-1A58-C175-57C9-357B251025F1}"/>
          </ac:picMkLst>
        </pc:picChg>
        <pc:picChg chg="add mod">
          <ac:chgData name="Wick, Felix" userId="85efb633-acf6-425d-a271-4f136bfa2fb0" providerId="ADAL" clId="{535E2E60-F7C1-4514-B4A4-71691A198565}" dt="2023-06-09T10:29:20.791" v="9489" actId="1035"/>
          <ac:picMkLst>
            <pc:docMk/>
            <pc:sldMk cId="2852016601" sldId="2076137255"/>
            <ac:picMk id="9" creationId="{4B0E8767-CA46-53B5-58C8-D966E7E34C99}"/>
          </ac:picMkLst>
        </pc:picChg>
        <pc:picChg chg="add mod">
          <ac:chgData name="Wick, Felix" userId="85efb633-acf6-425d-a271-4f136bfa2fb0" providerId="ADAL" clId="{535E2E60-F7C1-4514-B4A4-71691A198565}" dt="2023-06-09T10:29:20.791" v="9489" actId="1035"/>
          <ac:picMkLst>
            <pc:docMk/>
            <pc:sldMk cId="2852016601" sldId="2076137255"/>
            <ac:picMk id="10" creationId="{643BE35B-F3F7-314F-1305-0D0283EA1D57}"/>
          </ac:picMkLst>
        </pc:picChg>
        <pc:picChg chg="add mod">
          <ac:chgData name="Wick, Felix" userId="85efb633-acf6-425d-a271-4f136bfa2fb0" providerId="ADAL" clId="{535E2E60-F7C1-4514-B4A4-71691A198565}" dt="2023-06-09T10:33:16.453" v="9674" actId="1037"/>
          <ac:picMkLst>
            <pc:docMk/>
            <pc:sldMk cId="2852016601" sldId="2076137255"/>
            <ac:picMk id="12" creationId="{A0339C9B-5633-3F8E-2863-9F169D3FAB63}"/>
          </ac:picMkLst>
        </pc:picChg>
        <pc:picChg chg="add mod">
          <ac:chgData name="Wick, Felix" userId="85efb633-acf6-425d-a271-4f136bfa2fb0" providerId="ADAL" clId="{535E2E60-F7C1-4514-B4A4-71691A198565}" dt="2023-06-09T10:33:08.545" v="9657" actId="1037"/>
          <ac:picMkLst>
            <pc:docMk/>
            <pc:sldMk cId="2852016601" sldId="2076137255"/>
            <ac:picMk id="14" creationId="{FE31D6C8-F350-13F5-B109-CD19937272E6}"/>
          </ac:picMkLst>
        </pc:picChg>
        <pc:cxnChg chg="add mod">
          <ac:chgData name="Wick, Felix" userId="85efb633-acf6-425d-a271-4f136bfa2fb0" providerId="ADAL" clId="{535E2E60-F7C1-4514-B4A4-71691A198565}" dt="2023-06-09T10:29:20.791" v="9489" actId="1035"/>
          <ac:cxnSpMkLst>
            <pc:docMk/>
            <pc:sldMk cId="2852016601" sldId="2076137255"/>
            <ac:cxnSpMk id="8" creationId="{8BC21681-42BB-E35C-93D5-161CECB0D7DC}"/>
          </ac:cxnSpMkLst>
        </pc:cxnChg>
        <pc:cxnChg chg="add mod">
          <ac:chgData name="Wick, Felix" userId="85efb633-acf6-425d-a271-4f136bfa2fb0" providerId="ADAL" clId="{535E2E60-F7C1-4514-B4A4-71691A198565}" dt="2023-06-09T10:31:59.622" v="9611" actId="14100"/>
          <ac:cxnSpMkLst>
            <pc:docMk/>
            <pc:sldMk cId="2852016601" sldId="2076137255"/>
            <ac:cxnSpMk id="24" creationId="{F4639F00-7406-62EA-76E3-73E1682EA4CC}"/>
          </ac:cxnSpMkLst>
        </pc:cxnChg>
        <pc:cxnChg chg="add mod">
          <ac:chgData name="Wick, Felix" userId="85efb633-acf6-425d-a271-4f136bfa2fb0" providerId="ADAL" clId="{535E2E60-F7C1-4514-B4A4-71691A198565}" dt="2023-06-09T10:33:20.804" v="9675" actId="14100"/>
          <ac:cxnSpMkLst>
            <pc:docMk/>
            <pc:sldMk cId="2852016601" sldId="2076137255"/>
            <ac:cxnSpMk id="26" creationId="{FD750055-3A3F-9FFA-8F74-AE0A5753C27B}"/>
          </ac:cxnSpMkLst>
        </pc:cxnChg>
        <pc:cxnChg chg="add">
          <ac:chgData name="Wick, Felix" userId="85efb633-acf6-425d-a271-4f136bfa2fb0" providerId="ADAL" clId="{535E2E60-F7C1-4514-B4A4-71691A198565}" dt="2023-06-09T10:34:42.803" v="9742" actId="11529"/>
          <ac:cxnSpMkLst>
            <pc:docMk/>
            <pc:sldMk cId="2852016601" sldId="2076137255"/>
            <ac:cxnSpMk id="32" creationId="{34DAF478-F5FD-8232-269D-AE0CDA084680}"/>
          </ac:cxnSpMkLst>
        </pc:cxnChg>
      </pc:sldChg>
      <pc:sldChg chg="addSp delSp modSp new mod ord modClrScheme chgLayout">
        <pc:chgData name="Wick, Felix" userId="85efb633-acf6-425d-a271-4f136bfa2fb0" providerId="ADAL" clId="{535E2E60-F7C1-4514-B4A4-71691A198565}" dt="2023-06-10T20:26:44.149" v="14791" actId="20577"/>
        <pc:sldMkLst>
          <pc:docMk/>
          <pc:sldMk cId="2554576254" sldId="2076137256"/>
        </pc:sldMkLst>
        <pc:spChg chg="mod ord">
          <ac:chgData name="Wick, Felix" userId="85efb633-acf6-425d-a271-4f136bfa2fb0" providerId="ADAL" clId="{535E2E60-F7C1-4514-B4A4-71691A198565}" dt="2023-06-10T08:28:08.835" v="12526" actId="20577"/>
          <ac:spMkLst>
            <pc:docMk/>
            <pc:sldMk cId="2554576254" sldId="2076137256"/>
            <ac:spMk id="2" creationId="{D6D3F87C-7303-1850-451D-0DD5B37BB12D}"/>
          </ac:spMkLst>
        </pc:spChg>
        <pc:spChg chg="mod ord">
          <ac:chgData name="Wick, Felix" userId="85efb633-acf6-425d-a271-4f136bfa2fb0" providerId="ADAL" clId="{535E2E60-F7C1-4514-B4A4-71691A198565}" dt="2023-06-10T20:18:50.941" v="14486" actId="255"/>
          <ac:spMkLst>
            <pc:docMk/>
            <pc:sldMk cId="2554576254" sldId="2076137256"/>
            <ac:spMk id="3" creationId="{2361EED5-39D7-883B-4CF3-5104D5F79E0F}"/>
          </ac:spMkLst>
        </pc:spChg>
        <pc:spChg chg="mod ord">
          <ac:chgData name="Wick, Felix" userId="85efb633-acf6-425d-a271-4f136bfa2fb0" providerId="ADAL" clId="{535E2E60-F7C1-4514-B4A4-71691A198565}" dt="2023-06-10T06:47:14.626" v="12057" actId="700"/>
          <ac:spMkLst>
            <pc:docMk/>
            <pc:sldMk cId="2554576254" sldId="2076137256"/>
            <ac:spMk id="4" creationId="{72E326B6-DC86-AD45-816D-4F8CA13EA530}"/>
          </ac:spMkLst>
        </pc:spChg>
        <pc:spChg chg="add mod ord">
          <ac:chgData name="Wick, Felix" userId="85efb633-acf6-425d-a271-4f136bfa2fb0" providerId="ADAL" clId="{535E2E60-F7C1-4514-B4A4-71691A198565}" dt="2023-06-10T20:26:44.149" v="14791" actId="20577"/>
          <ac:spMkLst>
            <pc:docMk/>
            <pc:sldMk cId="2554576254" sldId="2076137256"/>
            <ac:spMk id="5" creationId="{5099C6F0-9ABB-9365-88C5-B1801ACE6EF2}"/>
          </ac:spMkLst>
        </pc:spChg>
        <pc:spChg chg="add del mod">
          <ac:chgData name="Wick, Felix" userId="85efb633-acf6-425d-a271-4f136bfa2fb0" providerId="ADAL" clId="{535E2E60-F7C1-4514-B4A4-71691A198565}" dt="2023-06-10T20:17:54.875" v="14473" actId="478"/>
          <ac:spMkLst>
            <pc:docMk/>
            <pc:sldMk cId="2554576254" sldId="2076137256"/>
            <ac:spMk id="6" creationId="{79083EFC-1C27-5368-3411-27696DC89D18}"/>
          </ac:spMkLst>
        </pc:spChg>
        <pc:cxnChg chg="add del mod">
          <ac:chgData name="Wick, Felix" userId="85efb633-acf6-425d-a271-4f136bfa2fb0" providerId="ADAL" clId="{535E2E60-F7C1-4514-B4A4-71691A198565}" dt="2023-06-10T20:17:45.094" v="14471" actId="478"/>
          <ac:cxnSpMkLst>
            <pc:docMk/>
            <pc:sldMk cId="2554576254" sldId="2076137256"/>
            <ac:cxnSpMk id="8" creationId="{A151D150-0023-4270-44FC-0CF79E51FC14}"/>
          </ac:cxnSpMkLst>
        </pc:cxnChg>
      </pc:sldChg>
      <pc:sldChg chg="modSp add mod ord">
        <pc:chgData name="Wick, Felix" userId="85efb633-acf6-425d-a271-4f136bfa2fb0" providerId="ADAL" clId="{535E2E60-F7C1-4514-B4A4-71691A198565}" dt="2023-06-10T06:55:34.580" v="12343" actId="20577"/>
        <pc:sldMkLst>
          <pc:docMk/>
          <pc:sldMk cId="1723858385" sldId="2076137257"/>
        </pc:sldMkLst>
        <pc:spChg chg="mod">
          <ac:chgData name="Wick, Felix" userId="85efb633-acf6-425d-a271-4f136bfa2fb0" providerId="ADAL" clId="{535E2E60-F7C1-4514-B4A4-71691A198565}" dt="2023-06-10T06:55:34.580" v="12343" actId="20577"/>
          <ac:spMkLst>
            <pc:docMk/>
            <pc:sldMk cId="1723858385" sldId="2076137257"/>
            <ac:spMk id="2" creationId="{69C47EE5-7536-CAB6-87AB-CEB19B3FB15F}"/>
          </ac:spMkLst>
        </pc:spChg>
      </pc:sldChg>
      <pc:sldChg chg="modSp add del mod ord">
        <pc:chgData name="Wick, Felix" userId="85efb633-acf6-425d-a271-4f136bfa2fb0" providerId="ADAL" clId="{535E2E60-F7C1-4514-B4A4-71691A198565}" dt="2023-06-10T09:36:13.416" v="13325" actId="47"/>
        <pc:sldMkLst>
          <pc:docMk/>
          <pc:sldMk cId="3645252374" sldId="2076137258"/>
        </pc:sldMkLst>
        <pc:spChg chg="mod">
          <ac:chgData name="Wick, Felix" userId="85efb633-acf6-425d-a271-4f136bfa2fb0" providerId="ADAL" clId="{535E2E60-F7C1-4514-B4A4-71691A198565}" dt="2023-06-10T09:35:46.482" v="13324" actId="20577"/>
          <ac:spMkLst>
            <pc:docMk/>
            <pc:sldMk cId="3645252374" sldId="2076137258"/>
            <ac:spMk id="2" creationId="{69C47EE5-7536-CAB6-87AB-CEB19B3FB15F}"/>
          </ac:spMkLst>
        </pc:spChg>
      </pc:sldChg>
      <pc:sldChg chg="modSp new mod">
        <pc:chgData name="Wick, Felix" userId="85efb633-acf6-425d-a271-4f136bfa2fb0" providerId="ADAL" clId="{535E2E60-F7C1-4514-B4A4-71691A198565}" dt="2023-06-11T19:43:05.449" v="15040" actId="20577"/>
        <pc:sldMkLst>
          <pc:docMk/>
          <pc:sldMk cId="559053033" sldId="2076137259"/>
        </pc:sldMkLst>
        <pc:spChg chg="mod">
          <ac:chgData name="Wick, Felix" userId="85efb633-acf6-425d-a271-4f136bfa2fb0" providerId="ADAL" clId="{535E2E60-F7C1-4514-B4A4-71691A198565}" dt="2023-06-11T19:43:05.449" v="15040" actId="20577"/>
          <ac:spMkLst>
            <pc:docMk/>
            <pc:sldMk cId="559053033" sldId="2076137259"/>
            <ac:spMk id="2" creationId="{03EC4D4A-A82A-7BC5-7541-02F3EAB5D215}"/>
          </ac:spMkLst>
        </pc:spChg>
        <pc:spChg chg="mod">
          <ac:chgData name="Wick, Felix" userId="85efb633-acf6-425d-a271-4f136bfa2fb0" providerId="ADAL" clId="{535E2E60-F7C1-4514-B4A4-71691A198565}" dt="2023-06-11T19:42:09.190" v="14995" actId="5793"/>
          <ac:spMkLst>
            <pc:docMk/>
            <pc:sldMk cId="559053033" sldId="2076137259"/>
            <ac:spMk id="3" creationId="{7A183E07-4A7F-4057-51D6-EA7F8824CF08}"/>
          </ac:spMkLst>
        </pc:spChg>
      </pc:sldChg>
      <pc:sldChg chg="modSp new del mod">
        <pc:chgData name="Wick, Felix" userId="85efb633-acf6-425d-a271-4f136bfa2fb0" providerId="ADAL" clId="{535E2E60-F7C1-4514-B4A4-71691A198565}" dt="2023-06-10T20:33:11.786" v="14792" actId="47"/>
        <pc:sldMkLst>
          <pc:docMk/>
          <pc:sldMk cId="3061223673" sldId="2076137260"/>
        </pc:sldMkLst>
        <pc:spChg chg="mod">
          <ac:chgData name="Wick, Felix" userId="85efb633-acf6-425d-a271-4f136bfa2fb0" providerId="ADAL" clId="{535E2E60-F7C1-4514-B4A4-71691A198565}" dt="2023-06-10T08:33:55.252" v="12774" actId="20577"/>
          <ac:spMkLst>
            <pc:docMk/>
            <pc:sldMk cId="3061223673" sldId="2076137260"/>
            <ac:spMk id="2" creationId="{A2EFEBB8-97E2-FA3B-7AF3-5BDE4E0F99B9}"/>
          </ac:spMkLst>
        </pc:spChg>
      </pc:sldChg>
      <pc:sldChg chg="modSp new del mod">
        <pc:chgData name="Wick, Felix" userId="85efb633-acf6-425d-a271-4f136bfa2fb0" providerId="ADAL" clId="{535E2E60-F7C1-4514-B4A4-71691A198565}" dt="2023-06-11T19:45:19.262" v="15071" actId="47"/>
        <pc:sldMkLst>
          <pc:docMk/>
          <pc:sldMk cId="207986816" sldId="2076137261"/>
        </pc:sldMkLst>
        <pc:spChg chg="mod">
          <ac:chgData name="Wick, Felix" userId="85efb633-acf6-425d-a271-4f136bfa2fb0" providerId="ADAL" clId="{535E2E60-F7C1-4514-B4A4-71691A198565}" dt="2023-06-11T19:44:59.545" v="15065" actId="21"/>
          <ac:spMkLst>
            <pc:docMk/>
            <pc:sldMk cId="207986816" sldId="2076137261"/>
            <ac:spMk id="2" creationId="{4DD8619C-70C0-6E00-AF00-24F8EF276F74}"/>
          </ac:spMkLst>
        </pc:spChg>
        <pc:spChg chg="mod">
          <ac:chgData name="Wick, Felix" userId="85efb633-acf6-425d-a271-4f136bfa2fb0" providerId="ADAL" clId="{535E2E60-F7C1-4514-B4A4-71691A198565}" dt="2023-06-11T19:45:10.593" v="15067" actId="21"/>
          <ac:spMkLst>
            <pc:docMk/>
            <pc:sldMk cId="207986816" sldId="2076137261"/>
            <ac:spMk id="3" creationId="{A5F42A6B-FEBF-F6C6-30A4-02AAB8CC713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7FCB6-4C2D-C04F-941C-940A5CA28665}" type="datetimeFigureOut">
              <a:rPr lang="en-DE" smtClean="0"/>
              <a:t>6/3/26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542A7-9E8B-5447-8968-78DDAF9553F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1067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86262-7F27-FE58-3E9C-867F7F8F3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A4DE54-A2EF-88FA-D951-34CAC3986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F34C7-8020-EDD1-4AEC-379A702B6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F730-DF02-D844-B7D2-5C36B868D65E}" type="datetime1">
              <a:rPr lang="de-DE" smtClean="0"/>
              <a:t>03.06.26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46FA9-47AD-2DFA-8E7E-38E120932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5F515-0FF4-88CA-61A9-BEA6753C5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275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2059E-03D4-D3EE-9900-454322308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68AA7-78BF-ED8F-6CE9-4BA372C6D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A8060-348F-C4AE-B4B8-6B5CA858D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63605-BC0F-BE4A-9CA2-7E881E5B6AB9}" type="datetime1">
              <a:rPr lang="de-DE" smtClean="0"/>
              <a:t>03.06.26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D24C3-2682-FAED-4186-EEEEEC441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4ACF4-5BE5-850A-0D37-1DF43F74D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933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1C5E-C368-929E-2517-AD289F1C0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46383-2F4E-D57B-B1F7-B9F71E769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C784B-041E-3D94-14C0-5B0C05338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5203-D8E2-D740-B0A8-3133157B285D}" type="datetime1">
              <a:rPr lang="de-DE" smtClean="0"/>
              <a:t>03.06.26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81FA9-52C8-0E97-4E5B-B1F0703B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EB391-BE58-9DB6-C715-D9E8BE5A2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7180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2606B-019D-454F-CA08-335A580C1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F1B25-6E6B-6441-00D3-7A56EB8D83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ABB04-46AE-32CA-B4DD-3B4CD8A2D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89256-9ED0-2AF0-6839-44D661B7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B0DE4-1FE5-804F-935C-F13CBE1EC10B}" type="datetime1">
              <a:rPr lang="de-DE" smtClean="0"/>
              <a:t>03.06.26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1DE22-ABCF-BA8E-F92E-022A86F7D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F7C86-F2E5-DBE6-EC26-8267D4329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920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FA68E-8E11-CBC6-090E-793D55FFE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459D2-068C-A44E-2FC9-39CAA385D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D2BABF-4B7F-8987-802A-16DF8DB3D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F3426C-7094-B50E-6C86-1EB6622A0E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C61859-150C-E877-EF2E-BC4AEBE8BB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3F25DD-B1B7-4CFB-B376-D007F7780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83229-0BD0-DF46-855A-03CE88F68305}" type="datetime1">
              <a:rPr lang="de-DE" smtClean="0"/>
              <a:t>03.06.26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8981D8-694B-FEF4-BEB9-4EBD14FC9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132827-77CD-A3D7-0B32-0746ABFF7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63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7FBEF-06B0-76CB-8564-85309FBC4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D57F9E-2A8E-9112-2667-571256010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F073-3CA6-9540-9011-82863424863B}" type="datetime1">
              <a:rPr lang="de-DE" smtClean="0"/>
              <a:t>03.06.26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CCE17-2746-7B74-4C37-AD27E7D12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4F3E7-5072-2155-4A13-6D718259E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0818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B3A2E-A107-03BF-BD80-4DBF3CFE2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BA4D0-7638-074B-A193-92E17E24465E}" type="datetime1">
              <a:rPr lang="de-DE" smtClean="0"/>
              <a:t>03.06.26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20937D-8339-4EBF-8C9F-D6D719475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20791-5B39-FB65-BABC-B771854E8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72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B7582-6D37-1398-862D-7080AB675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B6D7C-057E-69A7-88CD-C409B0F36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8D7C14-A64D-C010-CCE2-3E4AC689A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66DFD-067D-F2DD-23A7-AD54C5782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C7C80-BF52-294B-AA61-2ADB05EF332B}" type="datetime1">
              <a:rPr lang="de-DE" smtClean="0"/>
              <a:t>03.06.26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6109D-4EBA-3368-9948-60E1A1F58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10C5E-3662-4CF0-0DE1-1E9A2BF02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2069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EE511-F58A-C103-493D-30D12FE01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949355-2C0D-82D0-1E45-B7C47A0527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ED2C9A-7EC2-5DBE-5D60-EFD75A6E5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FA1287-94D2-CA50-554C-05C11E5D1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932B8-8631-4B44-841F-847DCABD71B2}" type="datetime1">
              <a:rPr lang="de-DE" smtClean="0"/>
              <a:t>03.06.26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934EA-11B0-1BD8-36B6-974B8ACA1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8CE33-4FB1-C96D-ED1D-361CC3CE5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06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601EC-FA05-DB09-1F82-E38C0E27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C9F924-14C8-3A7B-CFB5-7BC8C743D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2F13F-4FBC-0086-8519-6C4848A3C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A7FD-8B09-134A-B86A-12CFCABE9BF6}" type="datetime1">
              <a:rPr lang="de-DE" smtClean="0"/>
              <a:t>03.06.26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DC860-B458-568B-950A-A8DCE56F1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ED4E0-3F65-12EB-EA71-E51C4F620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8392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1E9434-6624-48AD-4851-AB03B12017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66771D-C034-A289-E8BB-A1DFFD14E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C26C4-7707-B03E-4599-CB9B5244D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D7804-2221-B043-ADD6-EAC300D190C4}" type="datetime1">
              <a:rPr lang="de-DE" smtClean="0"/>
              <a:t>03.06.26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CF31A-B478-ABEA-612F-AA65C1B68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F4175-EFE0-EAD8-C2EC-FC5E60991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8209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E232-6A08-C646-2F0F-7B4537832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C59EB-D8F3-E8BD-B1EC-56DF686BF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49EFE-519A-68BE-B63B-FB136372A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CD148-6579-6847-9085-C2DFC06D9911}" type="datetime1">
              <a:rPr lang="de-DE" smtClean="0"/>
              <a:t>03.06.26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D3B9B-51DF-3B62-96BF-E6F200FD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53C5D-A406-4DE4-25F8-1C748421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2235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97C8-3195-0777-CF8C-A41D42A5D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16D2E-6389-A1A5-6066-8369C3786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2E599-054C-9D40-45ED-9A326B30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9896-725F-5F41-968D-B249CDCECD4B}" type="datetime1">
              <a:rPr lang="de-DE" smtClean="0"/>
              <a:t>03.06.26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C60BA-1BBD-ADF5-2F19-18BD8DE5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C82DC-62DF-735A-48C4-6742EE39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422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681ED-99D4-6120-A107-37380EC17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1FF93-EB92-4FEC-45AA-58113194B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C74A-183A-C97D-E6B1-DE0E269DC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1EDB0-62ED-0F44-BCCB-315ECDF8986E}" type="datetime1">
              <a:rPr lang="de-DE" smtClean="0"/>
              <a:t>03.06.26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9765F-8D63-9F85-2396-5A563344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2A8-648A-10B8-E9F2-3C9E9FCD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0575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A0B2B-44D3-138B-35DF-2E1B592E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8C613-1040-438E-81ED-0211AE812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B7688-5F8F-7B22-691E-33F1B7BAA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C156C-C5B9-AFCE-069E-31D9448B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441AC-04C5-4141-B12F-5D4765F5F703}" type="datetime1">
              <a:rPr lang="de-DE" smtClean="0"/>
              <a:t>03.06.26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F45F1-B2A9-1C16-2A00-5EC6161C1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224BD-38F6-7562-22A6-FE534AA8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151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65EE4-A52C-09D1-11A3-3D983D947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478A3-18D5-BA5D-5E50-1AA2C7E90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8663B-0321-A7B8-AC29-189DC4243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2FBEB0-2CF1-AC16-40B2-C1B936EB5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631FFA-B333-AE27-E67E-6071492E8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D0BE5-6933-5226-FC8C-E1C07FDB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97A17-B71F-8044-B6E8-B980712F9F1C}" type="datetime1">
              <a:rPr lang="de-DE" smtClean="0"/>
              <a:t>03.06.26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ECC54-2495-2718-982E-D4C759D0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7C725C-84C4-EF91-391A-7375D7127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5689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79AB-7720-DCA6-0463-87BA2643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9DAE7-5C75-E600-F76D-D7B0F2702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22BC6-EE37-5D43-AD2D-81016A05F62F}" type="datetime1">
              <a:rPr lang="de-DE" smtClean="0"/>
              <a:t>03.06.26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8F55D9-B3BF-AB7B-77F9-C04E13B5B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3A5C0-2A84-9091-8249-B7686C8E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013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D8075-8D1F-44F9-269E-A6537A307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90C0-D9BF-2841-99FD-9B184C137CFB}" type="datetime1">
              <a:rPr lang="de-DE" smtClean="0"/>
              <a:t>03.06.26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E416A4-1FA8-127F-0776-EE3FD032A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26D08-4BEC-998B-DD36-1FBD9F8D9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3714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820C-CDC7-642F-4FD7-59C10CDB9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1B273-E9D9-9128-5F97-643206940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B4002-E98F-90C8-95AC-8E3B40C84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ADBC8-F62D-1D9D-A3B0-7A7EFD2F1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5A5B-3C8E-AF41-84DB-27AF6E3D503A}" type="datetime1">
              <a:rPr lang="de-DE" smtClean="0"/>
              <a:t>03.06.26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31F7C-0CC0-1EBB-FEC4-8538E8AA2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ACBB8-37BB-2274-6FF3-BAA24709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3413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5A0B-1FF1-7AFA-80FD-DF120EED8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2E177-E93B-F241-BB26-EBADA224A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2668B-D67B-AF8D-E087-4AABB3F09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E640-1A46-0780-1A6D-5938E2FE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FDD7-1045-FF4A-9F7F-32F993B74209}" type="datetime1">
              <a:rPr lang="de-DE" smtClean="0"/>
              <a:t>03.06.26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D8D26-0A69-518C-59E5-03C22C04D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B8936-E86F-F46C-B7C8-E1AD8D1B1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6487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E086C-574E-7618-D84D-7EAAA7CA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36E03-8E84-13D2-5EA7-214037C97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51BE1-0C0A-5E5C-2149-397BEE2EA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8A159-0DC8-8A40-8E97-CD9F91E1ECEB}" type="datetime1">
              <a:rPr lang="de-DE" smtClean="0"/>
              <a:t>03.06.26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C263D-72BD-5505-C92E-A3345FB76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0F995-4BDD-F17C-91BE-A6411AC0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8960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3955D4-BF28-B579-F91E-906F9A1B7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6EF3C-3270-076A-087B-7E79E3D65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FCE79-A807-B40D-CB95-1A8513CDC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322E-2536-C646-AAFD-805AFEAD9D8B}" type="datetime1">
              <a:rPr lang="de-DE" smtClean="0"/>
              <a:t>03.06.26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E3050-5BC3-196F-FBE2-4D50BFE16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F963B-C222-AD40-CAAF-FBC5B93DA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734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D04F85-9E64-7C80-FF52-877A72105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A9936-51D5-82ED-A7C0-77AF2F0E7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7769D-BEF1-0DB2-9490-D8DFF73037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B0A847-D306-624C-A590-4C01F2C03BB3}" type="datetime1">
              <a:rPr lang="de-DE" smtClean="0"/>
              <a:t>03.06.26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FF58F-2EE0-5EC8-6DC0-52D1610B2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AD86F-1B41-5C87-CDF8-82D1587C7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392C1-03C4-44BA-9267-8F9A2DA09A6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170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5BD8EF-B77B-0D1C-2E0A-802AECD83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DEC1C-545E-6E83-A412-C7549F36D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FE343-40C9-420A-32A0-BFCEE4E4E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9D47B1-5D41-1C4B-A96C-2FC00BD73AAE}" type="datetime1">
              <a:rPr lang="de-DE" smtClean="0"/>
              <a:t>03.06.26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D811A-169D-C62C-6FA6-CB186B9FE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39752-6753-A75C-0CEC-6D6CE3EB9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870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(null)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(null)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(null)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35D14-FDE8-A941-F2E5-FEBDF1122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Time Series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E4890-E6FF-2E7F-8135-25115B14B0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25882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D5C0C311-9CC2-8845-33EF-0123376E4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 Series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C1671BA7-6A2C-4228-DD4F-2AA6A21E2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forecasting</a:t>
            </a:r>
            <a:endParaRPr lang="de-DE" dirty="0"/>
          </a:p>
          <a:p>
            <a:r>
              <a:rPr lang="de-DE" dirty="0" err="1"/>
              <a:t>autocorrelation</a:t>
            </a:r>
            <a:endParaRPr lang="de-DE" dirty="0"/>
          </a:p>
          <a:p>
            <a:r>
              <a:rPr lang="de-DE" dirty="0"/>
              <a:t>ARMA </a:t>
            </a:r>
            <a:r>
              <a:rPr lang="de-DE" dirty="0" err="1"/>
              <a:t>models</a:t>
            </a:r>
            <a:endParaRPr lang="de-DE" dirty="0"/>
          </a:p>
          <a:p>
            <a:r>
              <a:rPr lang="de-DE" dirty="0"/>
              <a:t>time-</a:t>
            </a:r>
            <a:r>
              <a:rPr lang="de-DE" dirty="0" err="1"/>
              <a:t>series</a:t>
            </a:r>
            <a:r>
              <a:rPr lang="de-DE" dirty="0"/>
              <a:t> </a:t>
            </a:r>
            <a:r>
              <a:rPr lang="de-DE" dirty="0" err="1"/>
              <a:t>features</a:t>
            </a:r>
            <a:endParaRPr lang="de-DE" dirty="0"/>
          </a:p>
          <a:p>
            <a:r>
              <a:rPr lang="de-DE" dirty="0" err="1"/>
              <a:t>deep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time </a:t>
            </a:r>
            <a:r>
              <a:rPr lang="de-DE" dirty="0" err="1"/>
              <a:t>series</a:t>
            </a:r>
            <a:endParaRPr lang="de-DE" dirty="0"/>
          </a:p>
          <a:p>
            <a:r>
              <a:rPr lang="de-DE" dirty="0" err="1"/>
              <a:t>anomaly</a:t>
            </a:r>
            <a:r>
              <a:rPr lang="de-DE" dirty="0"/>
              <a:t> </a:t>
            </a:r>
            <a:r>
              <a:rPr lang="de-DE" dirty="0" err="1"/>
              <a:t>detection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E1D53F-BB59-63BA-602C-DA65E08E5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0235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256628-076F-C02F-1D05-3BCF9E095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Temporal </a:t>
            </a:r>
            <a:r>
              <a:rPr lang="de-DE" dirty="0" err="1"/>
              <a:t>Dependence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66ABB3C-76C5-1CF2-36D6-636F646F50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Time </a:t>
                </a:r>
                <a:r>
                  <a:rPr lang="de-DE" dirty="0" err="1"/>
                  <a:t>series</a:t>
                </a:r>
                <a:r>
                  <a:rPr lang="de-DE" dirty="0"/>
                  <a:t> </a:t>
                </a:r>
                <a:r>
                  <a:rPr lang="de-DE" dirty="0" err="1"/>
                  <a:t>observations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not </a:t>
                </a:r>
                <a:r>
                  <a:rPr lang="de-DE" dirty="0" err="1"/>
                  <a:t>independent</a:t>
                </a:r>
                <a:r>
                  <a:rPr lang="de-DE" dirty="0"/>
                  <a:t>.</a:t>
                </a:r>
              </a:p>
              <a:p>
                <a:pPr marL="0" indent="0">
                  <a:buNone/>
                </a:pPr>
                <a:r>
                  <a:rPr lang="de-DE" dirty="0" err="1"/>
                  <a:t>Instead</a:t>
                </a:r>
                <a:r>
                  <a:rPr lang="de-DE" dirty="0"/>
                  <a:t>, </a:t>
                </a:r>
                <a:r>
                  <a:rPr lang="de-DE" dirty="0" err="1"/>
                  <a:t>present</a:t>
                </a:r>
                <a:r>
                  <a:rPr lang="de-DE" dirty="0"/>
                  <a:t> </a:t>
                </a:r>
                <a:r>
                  <a:rPr lang="de-DE" dirty="0" err="1"/>
                  <a:t>values</a:t>
                </a:r>
                <a:r>
                  <a:rPr lang="de-DE" dirty="0"/>
                  <a:t> </a:t>
                </a:r>
                <a:r>
                  <a:rPr lang="de-DE" dirty="0" err="1"/>
                  <a:t>depend</a:t>
                </a:r>
                <a:r>
                  <a:rPr lang="de-DE" dirty="0"/>
                  <a:t> on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past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examples</a:t>
                </a:r>
                <a:r>
                  <a:rPr lang="de-DE" dirty="0"/>
                  <a:t>: </a:t>
                </a:r>
                <a:r>
                  <a:rPr lang="de-DE" dirty="0" err="1"/>
                  <a:t>weather</a:t>
                </a:r>
                <a:r>
                  <a:rPr lang="de-DE" dirty="0"/>
                  <a:t>, stock </a:t>
                </a:r>
                <a:r>
                  <a:rPr lang="de-DE" dirty="0" err="1"/>
                  <a:t>prices</a:t>
                </a:r>
                <a:r>
                  <a:rPr lang="de-DE" dirty="0"/>
                  <a:t>, </a:t>
                </a:r>
                <a:r>
                  <a:rPr lang="de-DE" dirty="0" err="1"/>
                  <a:t>sensor</a:t>
                </a:r>
                <a:r>
                  <a:rPr lang="de-DE" dirty="0"/>
                  <a:t> </a:t>
                </a:r>
                <a:r>
                  <a:rPr lang="de-DE" dirty="0" err="1"/>
                  <a:t>measurements</a:t>
                </a:r>
                <a:r>
                  <a:rPr lang="de-DE" dirty="0"/>
                  <a:t>, </a:t>
                </a:r>
                <a:r>
                  <a:rPr lang="de-DE" dirty="0" err="1"/>
                  <a:t>patient</a:t>
                </a:r>
                <a:r>
                  <a:rPr lang="de-DE" dirty="0"/>
                  <a:t> </a:t>
                </a:r>
                <a:r>
                  <a:rPr lang="de-DE" dirty="0" err="1"/>
                  <a:t>trajectories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common</a:t>
                </a:r>
                <a:r>
                  <a:rPr lang="de-DE" dirty="0"/>
                  <a:t> temporal </a:t>
                </a:r>
                <a:r>
                  <a:rPr lang="de-DE" dirty="0" err="1"/>
                  <a:t>patterns</a:t>
                </a:r>
                <a:r>
                  <a:rPr lang="de-DE" dirty="0"/>
                  <a:t>:</a:t>
                </a:r>
              </a:p>
              <a:p>
                <a:r>
                  <a:rPr lang="de-DE" dirty="0" err="1"/>
                  <a:t>trend</a:t>
                </a:r>
                <a:r>
                  <a:rPr lang="de-DE" dirty="0"/>
                  <a:t>: </a:t>
                </a:r>
                <a:r>
                  <a:rPr lang="de-DE" dirty="0" err="1"/>
                  <a:t>long</a:t>
                </a:r>
                <a:r>
                  <a:rPr lang="de-DE" dirty="0"/>
                  <a:t>-term </a:t>
                </a:r>
                <a:r>
                  <a:rPr lang="de-DE" dirty="0" err="1"/>
                  <a:t>change</a:t>
                </a:r>
                <a:endParaRPr lang="de-DE" dirty="0"/>
              </a:p>
              <a:p>
                <a:r>
                  <a:rPr lang="de-DE" dirty="0" err="1"/>
                  <a:t>seasonality</a:t>
                </a:r>
                <a:r>
                  <a:rPr lang="de-DE" dirty="0"/>
                  <a:t>: </a:t>
                </a:r>
                <a:r>
                  <a:rPr lang="de-DE" dirty="0" err="1"/>
                  <a:t>repeating</a:t>
                </a:r>
                <a:r>
                  <a:rPr lang="de-DE" dirty="0"/>
                  <a:t> </a:t>
                </a:r>
                <a:r>
                  <a:rPr lang="de-DE" dirty="0" err="1"/>
                  <a:t>cycles</a:t>
                </a:r>
                <a:endParaRPr lang="de-DE" dirty="0"/>
              </a:p>
              <a:p>
                <a:r>
                  <a:rPr lang="de-DE" dirty="0"/>
                  <a:t>lag </a:t>
                </a:r>
                <a:r>
                  <a:rPr lang="de-DE" dirty="0" err="1"/>
                  <a:t>dependence</a:t>
                </a:r>
                <a:r>
                  <a:rPr lang="de-DE" dirty="0"/>
                  <a:t>: </a:t>
                </a:r>
                <a:r>
                  <a:rPr lang="de-DE" dirty="0" err="1"/>
                  <a:t>memory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past</a:t>
                </a:r>
                <a:r>
                  <a:rPr lang="de-DE" dirty="0"/>
                  <a:t> </a:t>
                </a:r>
                <a:r>
                  <a:rPr lang="de-DE" dirty="0" err="1"/>
                  <a:t>states</a:t>
                </a:r>
                <a:endParaRPr lang="de-DE" dirty="0"/>
              </a:p>
              <a:p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ignoring</a:t>
                </a:r>
                <a:r>
                  <a:rPr lang="de-DE" dirty="0"/>
                  <a:t> time </a:t>
                </a:r>
                <a:r>
                  <a:rPr lang="de-DE" dirty="0" err="1"/>
                  <a:t>structure</a:t>
                </a:r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</a:t>
                </a:r>
                <a:r>
                  <a:rPr lang="de-DE" dirty="0"/>
                  <a:t> </a:t>
                </a:r>
                <a:r>
                  <a:rPr lang="de-DE" dirty="0" err="1"/>
                  <a:t>weaker</a:t>
                </a:r>
                <a:r>
                  <a:rPr lang="de-DE" dirty="0"/>
                  <a:t> </a:t>
                </a:r>
                <a:r>
                  <a:rPr lang="de-DE" dirty="0" err="1"/>
                  <a:t>models</a:t>
                </a:r>
                <a:r>
                  <a:rPr lang="de-DE" dirty="0"/>
                  <a:t>, </a:t>
                </a:r>
                <a:r>
                  <a:rPr lang="de-DE" dirty="0" err="1"/>
                  <a:t>misleading</a:t>
                </a:r>
                <a:r>
                  <a:rPr lang="de-DE" dirty="0"/>
                  <a:t> </a:t>
                </a:r>
                <a:r>
                  <a:rPr lang="de-DE" dirty="0" err="1"/>
                  <a:t>evaluation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66ABB3C-76C5-1CF2-36D6-636F646F50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19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52BEB7-1F4A-7007-52BB-7111A1CAA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144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0D96EA6-ED9D-6600-7B7F-5F320C7EB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Sampling </a:t>
            </a:r>
            <a:r>
              <a:rPr lang="de-DE" dirty="0" err="1"/>
              <a:t>Frequencies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2B560E0-C0BD-EFC4-551C-C4C67B650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4</a:t>
            </a:fld>
            <a:endParaRPr lang="en-GB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B8A4D35-8472-D158-CD85-02C4CD2FE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806" y="3821728"/>
            <a:ext cx="3218349" cy="245420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EE9A89C-BF60-A3F9-B42B-1DEB78D39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8" y="1702026"/>
            <a:ext cx="3222644" cy="259236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46AA41D-6EB2-106E-A526-4D435F488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6765" y="365125"/>
            <a:ext cx="3212029" cy="263308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4AD762D-2207-6337-23EA-8B8BE78927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5630" y="4327451"/>
            <a:ext cx="3230370" cy="253054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D049750-671B-E406-8C0E-380C31E3E0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6394" y="1490934"/>
            <a:ext cx="3216139" cy="253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060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C9730-D9B6-129D-F347-DFE2DA458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Forecasting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39EC2A88-173D-1D5A-48C4-0FB7344BD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183" y="1472319"/>
            <a:ext cx="7149633" cy="5366102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791EA00-BFC7-1699-1D87-ECB10BFB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078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showing the performance of training&#10;&#10;Description automatically generated">
            <a:extLst>
              <a:ext uri="{FF2B5EF4-FFF2-40B4-BE49-F238E27FC236}">
                <a16:creationId xmlns:a16="http://schemas.microsoft.com/office/drawing/2014/main" id="{5B786528-7601-4E42-BE3F-95A3424E7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87" y="0"/>
            <a:ext cx="10497626" cy="6858000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2D47E14-B814-126A-B403-9B1F0F137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8669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8A214-1961-94E6-A745-903F5189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</a:t>
            </a:r>
            <a:r>
              <a:rPr lang="en-GB" dirty="0" err="1"/>
              <a:t>tatistical</a:t>
            </a:r>
            <a:r>
              <a:rPr lang="en-GB" dirty="0"/>
              <a:t> Patterns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DEFAE4-91FB-4098-BD65-CE4FCF445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103" y="1292715"/>
            <a:ext cx="6647793" cy="5565285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D8F4851-3242-22DC-9F88-D5BA9F3B3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762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nter image description here">
            <a:extLst>
              <a:ext uri="{FF2B5EF4-FFF2-40B4-BE49-F238E27FC236}">
                <a16:creationId xmlns:a16="http://schemas.microsoft.com/office/drawing/2014/main" id="{DC31ABC3-FAC2-21CC-6BE4-201ADD348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639" y="3342906"/>
            <a:ext cx="5569977" cy="329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E5306FF-D46A-5F4D-357E-328CBCD66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500" dirty="0" err="1"/>
              <a:t>Autocorrelation</a:t>
            </a:r>
            <a:r>
              <a:rPr lang="de-DE" sz="3500" dirty="0"/>
              <a:t> (ACF) and Partial </a:t>
            </a:r>
            <a:r>
              <a:rPr lang="de-DE" sz="3500" dirty="0" err="1"/>
              <a:t>Autocorrelation</a:t>
            </a:r>
            <a:r>
              <a:rPr lang="de-DE" sz="3500" dirty="0"/>
              <a:t> (PACF)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04289A7-5461-531A-7F75-50F6DF2047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84" y="1690688"/>
                <a:ext cx="6020790" cy="480218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ACF: </a:t>
                </a:r>
                <a:r>
                  <a:rPr lang="de-DE" dirty="0" err="1"/>
                  <a:t>correlation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:r>
                  <a:rPr lang="de-DE" dirty="0" err="1"/>
                  <a:t>past</a:t>
                </a:r>
                <a:r>
                  <a:rPr lang="de-DE" dirty="0"/>
                  <a:t> </a:t>
                </a:r>
                <a:r>
                  <a:rPr lang="de-DE" dirty="0" err="1"/>
                  <a:t>values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𝐶𝑜𝑟𝑟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i="1" dirty="0"/>
                  <a:t>“How </a:t>
                </a:r>
                <a:r>
                  <a:rPr lang="de-DE" i="1" dirty="0" err="1"/>
                  <a:t>much</a:t>
                </a:r>
                <a:r>
                  <a:rPr lang="de-DE" i="1" dirty="0"/>
                  <a:t> </a:t>
                </a:r>
                <a:r>
                  <a:rPr lang="de-DE" i="1" dirty="0" err="1"/>
                  <a:t>does</a:t>
                </a:r>
                <a:r>
                  <a:rPr lang="de-DE" i="1" dirty="0"/>
                  <a:t> </a:t>
                </a:r>
                <a:r>
                  <a:rPr lang="de-DE" i="1" dirty="0" err="1"/>
                  <a:t>the</a:t>
                </a:r>
                <a:r>
                  <a:rPr lang="de-DE" i="1" dirty="0"/>
                  <a:t> </a:t>
                </a:r>
                <a:r>
                  <a:rPr lang="de-DE" i="1" dirty="0" err="1"/>
                  <a:t>past</a:t>
                </a:r>
                <a:r>
                  <a:rPr lang="de-DE" i="1" dirty="0"/>
                  <a:t> </a:t>
                </a:r>
                <a:r>
                  <a:rPr lang="de-DE" i="1" dirty="0" err="1"/>
                  <a:t>resemble</a:t>
                </a:r>
                <a:r>
                  <a:rPr lang="de-DE" i="1" dirty="0"/>
                  <a:t> </a:t>
                </a:r>
                <a:r>
                  <a:rPr lang="de-DE" i="1" dirty="0" err="1"/>
                  <a:t>the</a:t>
                </a:r>
                <a:r>
                  <a:rPr lang="de-DE" i="1" dirty="0"/>
                  <a:t> </a:t>
                </a:r>
                <a:r>
                  <a:rPr lang="de-DE" i="1" dirty="0" err="1"/>
                  <a:t>present</a:t>
                </a:r>
                <a:r>
                  <a:rPr lang="de-DE" i="1" dirty="0"/>
                  <a:t>?”</a:t>
                </a:r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persistence</a:t>
                </a:r>
                <a:r>
                  <a:rPr lang="de-DE" dirty="0"/>
                  <a:t>, </a:t>
                </a:r>
                <a:r>
                  <a:rPr lang="de-DE" dirty="0" err="1"/>
                  <a:t>seasonality</a:t>
                </a:r>
                <a:r>
                  <a:rPr lang="de-DE" dirty="0"/>
                  <a:t>, </a:t>
                </a:r>
                <a:r>
                  <a:rPr lang="de-DE" dirty="0" err="1"/>
                  <a:t>moving-average</a:t>
                </a:r>
                <a:r>
                  <a:rPr lang="de-DE" dirty="0"/>
                  <a:t> </a:t>
                </a:r>
                <a:r>
                  <a:rPr lang="de-DE" dirty="0" err="1"/>
                  <a:t>structure</a:t>
                </a:r>
                <a:endParaRPr lang="de-DE" i="1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PACF: </a:t>
                </a:r>
                <a:r>
                  <a:rPr lang="de-DE" dirty="0" err="1"/>
                  <a:t>direct</a:t>
                </a:r>
                <a:r>
                  <a:rPr lang="de-DE" dirty="0"/>
                  <a:t> </a:t>
                </a:r>
                <a:r>
                  <a:rPr lang="de-DE" dirty="0" err="1"/>
                  <a:t>effect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lag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de-DE" dirty="0"/>
                  <a:t>, </a:t>
                </a:r>
                <a:r>
                  <a:rPr lang="de-DE" dirty="0" err="1"/>
                  <a:t>controlling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shorter</a:t>
                </a:r>
                <a:r>
                  <a:rPr lang="de-DE" dirty="0"/>
                  <a:t> lags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𝐶𝑜𝑟𝑟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…,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/>
                  <a:t>autoregressive </a:t>
                </a:r>
                <a:r>
                  <a:rPr lang="de-DE" dirty="0" err="1"/>
                  <a:t>order</a:t>
                </a:r>
                <a:r>
                  <a:rPr lang="de-DE" dirty="0"/>
                  <a:t>, </a:t>
                </a:r>
                <a:r>
                  <a:rPr lang="de-DE" dirty="0" err="1"/>
                  <a:t>direct</a:t>
                </a:r>
                <a:r>
                  <a:rPr lang="de-DE" dirty="0"/>
                  <a:t> temporal </a:t>
                </a:r>
                <a:r>
                  <a:rPr lang="de-DE" dirty="0" err="1"/>
                  <a:t>dependencies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04289A7-5461-531A-7F75-50F6DF2047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84" y="1690688"/>
                <a:ext cx="6020790" cy="4802187"/>
              </a:xfrm>
              <a:blipFill>
                <a:blip r:embed="rId3"/>
                <a:stretch>
                  <a:fillRect l="-1681" t="-2368" b="-289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749836D-06DA-146A-99BC-CBA37DFBA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8</a:t>
            </a:fld>
            <a:endParaRPr lang="en-GB"/>
          </a:p>
        </p:txBody>
      </p:sp>
      <p:pic>
        <p:nvPicPr>
          <p:cNvPr id="1026" name="Picture 2" descr="enter image description here">
            <a:extLst>
              <a:ext uri="{FF2B5EF4-FFF2-40B4-BE49-F238E27FC236}">
                <a16:creationId xmlns:a16="http://schemas.microsoft.com/office/drawing/2014/main" id="{B03ED091-F9B5-51F9-EF6D-1ED32BBDF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990" y="1324275"/>
            <a:ext cx="3385704" cy="199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3181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637D7C-A7CD-210C-B823-50AFB58C8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B7018BF-AC50-D80C-B16C-C0F622FFC4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AutoRegressive (AR) </a:t>
                </a:r>
                <a:r>
                  <a:rPr lang="de-DE" dirty="0" err="1"/>
                  <a:t>model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 err="1"/>
                  <a:t>predict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past</a:t>
                </a:r>
                <a:r>
                  <a:rPr lang="de-DE" dirty="0"/>
                  <a:t> </a:t>
                </a:r>
                <a:r>
                  <a:rPr lang="de-DE" dirty="0" err="1"/>
                  <a:t>observations</a:t>
                </a:r>
                <a:r>
                  <a:rPr lang="de-DE" dirty="0"/>
                  <a:t> (</a:t>
                </a:r>
                <a:r>
                  <a:rPr lang="de-DE" dirty="0" err="1"/>
                  <a:t>lagged</a:t>
                </a:r>
                <a:r>
                  <a:rPr lang="de-DE" dirty="0"/>
                  <a:t> </a:t>
                </a:r>
                <a:r>
                  <a:rPr lang="de-DE" dirty="0" err="1"/>
                  <a:t>values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Moving Average (MA) </a:t>
                </a:r>
                <a:r>
                  <a:rPr lang="de-DE" dirty="0" err="1"/>
                  <a:t>model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 err="1"/>
                  <a:t>predict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past</a:t>
                </a:r>
                <a:r>
                  <a:rPr lang="de-DE" dirty="0"/>
                  <a:t> </a:t>
                </a:r>
                <a:r>
                  <a:rPr lang="de-DE" dirty="0" err="1"/>
                  <a:t>errors</a:t>
                </a:r>
                <a:r>
                  <a:rPr lang="de-DE" dirty="0"/>
                  <a:t> (</a:t>
                </a:r>
                <a:r>
                  <a:rPr lang="de-DE" dirty="0" err="1"/>
                  <a:t>lagged</a:t>
                </a:r>
                <a:r>
                  <a:rPr lang="de-DE" dirty="0"/>
                  <a:t> </a:t>
                </a:r>
                <a:r>
                  <a:rPr lang="de-DE" dirty="0" err="1"/>
                  <a:t>shocks</a:t>
                </a:r>
                <a:r>
                  <a:rPr lang="de-DE" dirty="0"/>
                  <a:t>/</a:t>
                </a:r>
                <a:r>
                  <a:rPr lang="de-DE" dirty="0" err="1"/>
                  <a:t>residuals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i="1" dirty="0"/>
                  <a:t>AR(p) + MA(</a:t>
                </a:r>
                <a:r>
                  <a:rPr lang="de-DE" i="1" dirty="0" err="1"/>
                  <a:t>q</a:t>
                </a:r>
                <a:r>
                  <a:rPr lang="de-DE" i="1" dirty="0"/>
                  <a:t>) → ARMA(</a:t>
                </a:r>
                <a:r>
                  <a:rPr lang="de-DE" i="1" dirty="0" err="1"/>
                  <a:t>p,q</a:t>
                </a:r>
                <a:r>
                  <a:rPr lang="de-DE" i="1" dirty="0"/>
                  <a:t>)	</a:t>
                </a: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decide</a:t>
                </a:r>
                <a:r>
                  <a:rPr lang="de-DE" dirty="0">
                    <a:sym typeface="Wingdings" pitchFamily="2" charset="2"/>
                  </a:rPr>
                  <a:t> on </a:t>
                </a:r>
                <a:r>
                  <a:rPr lang="de-DE" i="1" dirty="0">
                    <a:sym typeface="Wingdings" pitchFamily="2" charset="2"/>
                  </a:rPr>
                  <a:t>p</a:t>
                </a:r>
                <a:r>
                  <a:rPr lang="de-DE" dirty="0">
                    <a:sym typeface="Wingdings" pitchFamily="2" charset="2"/>
                  </a:rPr>
                  <a:t> and </a:t>
                </a:r>
                <a:r>
                  <a:rPr lang="de-DE" i="1" dirty="0" err="1">
                    <a:sym typeface="Wingdings" pitchFamily="2" charset="2"/>
                  </a:rPr>
                  <a:t>q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by</a:t>
                </a:r>
                <a:r>
                  <a:rPr lang="de-DE" dirty="0">
                    <a:sym typeface="Wingdings" pitchFamily="2" charset="2"/>
                  </a:rPr>
                  <a:t> ACF/PACF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B7018BF-AC50-D80C-B16C-C0F622FFC4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b="-14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39F289-8D36-5BB6-F4B9-4132BA3F6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295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D7B896-89B9-FA17-ACD4-DB9B86E9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04A1ED3-77ED-83D5-8D45-7512437366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de-DE" dirty="0" err="1"/>
                  <a:t>idea</a:t>
                </a:r>
                <a:r>
                  <a:rPr lang="de-DE" dirty="0"/>
                  <a:t>: </a:t>
                </a:r>
                <a:r>
                  <a:rPr lang="de-DE" dirty="0" err="1"/>
                  <a:t>extend</a:t>
                </a:r>
                <a:r>
                  <a:rPr lang="de-DE" dirty="0"/>
                  <a:t> ARMA </a:t>
                </a:r>
                <a:r>
                  <a:rPr lang="de-DE" dirty="0" err="1"/>
                  <a:t>to</a:t>
                </a:r>
                <a:r>
                  <a:rPr lang="de-DE" dirty="0"/>
                  <a:t> handle non-</a:t>
                </a:r>
                <a:r>
                  <a:rPr lang="de-DE" dirty="0" err="1"/>
                  <a:t>stationary</a:t>
                </a:r>
                <a:r>
                  <a:rPr lang="de-DE" dirty="0"/>
                  <a:t> time </a:t>
                </a:r>
                <a:r>
                  <a:rPr lang="de-DE" dirty="0" err="1"/>
                  <a:t>series</a:t>
                </a:r>
                <a:r>
                  <a:rPr lang="de-DE" dirty="0"/>
                  <a:t> 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remove</a:t>
                </a:r>
                <a:r>
                  <a:rPr lang="de-DE" dirty="0"/>
                  <a:t> </a:t>
                </a:r>
                <a:r>
                  <a:rPr lang="de-DE" dirty="0" err="1"/>
                  <a:t>trend</a:t>
                </a:r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</a:t>
                </a:r>
                <a:r>
                  <a:rPr lang="de-DE" dirty="0" err="1"/>
                  <a:t>differencing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include</a:t>
                </a:r>
                <a:r>
                  <a:rPr lang="de-DE" dirty="0"/>
                  <a:t> </a:t>
                </a:r>
                <a:r>
                  <a:rPr lang="de-DE" dirty="0" err="1"/>
                  <a:t>integrated</a:t>
                </a:r>
                <a:r>
                  <a:rPr lang="de-DE" dirty="0"/>
                  <a:t> </a:t>
                </a:r>
                <a:r>
                  <a:rPr lang="de-DE" dirty="0" err="1"/>
                  <a:t>component</a:t>
                </a:r>
                <a:r>
                  <a:rPr lang="de-DE" i="1" dirty="0"/>
                  <a:t>: AR(p) + I(d) + MA(</a:t>
                </a:r>
                <a:r>
                  <a:rPr lang="de-DE" i="1" dirty="0" err="1"/>
                  <a:t>q</a:t>
                </a:r>
                <a:r>
                  <a:rPr lang="de-DE" i="1" dirty="0"/>
                  <a:t>) → ARIMA(</a:t>
                </a:r>
                <a:r>
                  <a:rPr lang="de-DE" i="1" dirty="0" err="1"/>
                  <a:t>p,q</a:t>
                </a:r>
                <a:r>
                  <a:rPr lang="de-DE" i="1" dirty="0"/>
                  <a:t>)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additional </a:t>
                </a:r>
                <a:r>
                  <a:rPr lang="de-DE" dirty="0" err="1"/>
                  <a:t>extensions</a:t>
                </a:r>
                <a:r>
                  <a:rPr lang="de-DE" dirty="0"/>
                  <a:t>:</a:t>
                </a:r>
              </a:p>
              <a:p>
                <a:r>
                  <a:rPr lang="de-DE" dirty="0"/>
                  <a:t>SARIMA (</a:t>
                </a:r>
                <a:r>
                  <a:rPr lang="de-DE" dirty="0" err="1"/>
                  <a:t>Seasonal</a:t>
                </a:r>
                <a:r>
                  <a:rPr lang="de-DE" dirty="0"/>
                  <a:t> ARIMA): </a:t>
                </a:r>
                <a:r>
                  <a:rPr lang="de-DE" dirty="0" err="1"/>
                  <a:t>adds</a:t>
                </a:r>
                <a:r>
                  <a:rPr lang="de-DE" dirty="0"/>
                  <a:t> </a:t>
                </a:r>
                <a:r>
                  <a:rPr lang="de-DE" dirty="0" err="1"/>
                  <a:t>seasonal</a:t>
                </a:r>
                <a:r>
                  <a:rPr lang="de-DE" dirty="0"/>
                  <a:t> autoregressive, </a:t>
                </a:r>
                <a:r>
                  <a:rPr lang="de-DE" dirty="0" err="1"/>
                  <a:t>differencing</a:t>
                </a:r>
                <a:r>
                  <a:rPr lang="de-DE" dirty="0"/>
                  <a:t>, and </a:t>
                </a:r>
                <a:r>
                  <a:rPr lang="de-DE" dirty="0" err="1"/>
                  <a:t>moving-average</a:t>
                </a:r>
                <a:r>
                  <a:rPr lang="de-DE" dirty="0"/>
                  <a:t> </a:t>
                </a:r>
                <a:r>
                  <a:rPr lang="de-DE" dirty="0" err="1"/>
                  <a:t>terms</a:t>
                </a:r>
                <a:endParaRPr lang="de-DE" dirty="0"/>
              </a:p>
              <a:p>
                <a:r>
                  <a:rPr lang="de-DE" dirty="0"/>
                  <a:t>SARIMAX (SARIMA + </a:t>
                </a:r>
                <a:r>
                  <a:rPr lang="de-DE" dirty="0" err="1"/>
                  <a:t>eXogenous</a:t>
                </a:r>
                <a:r>
                  <a:rPr lang="de-DE" dirty="0"/>
                  <a:t> variables): </a:t>
                </a:r>
                <a:r>
                  <a:rPr lang="de-DE" dirty="0" err="1"/>
                  <a:t>includes</a:t>
                </a:r>
                <a:r>
                  <a:rPr lang="de-DE" dirty="0"/>
                  <a:t> external </a:t>
                </a:r>
                <a:r>
                  <a:rPr lang="de-DE" dirty="0" err="1"/>
                  <a:t>information</a:t>
                </a:r>
                <a:r>
                  <a:rPr lang="de-DE" dirty="0"/>
                  <a:t> (e.g. </a:t>
                </a:r>
                <a:r>
                  <a:rPr lang="de-DE" dirty="0" err="1"/>
                  <a:t>weather</a:t>
                </a:r>
                <a:r>
                  <a:rPr lang="de-DE" dirty="0"/>
                  <a:t>, </a:t>
                </a:r>
                <a:r>
                  <a:rPr lang="de-DE" dirty="0" err="1"/>
                  <a:t>holidays</a:t>
                </a:r>
                <a:r>
                  <a:rPr lang="de-DE" dirty="0"/>
                  <a:t>, </a:t>
                </a:r>
                <a:r>
                  <a:rPr lang="de-DE" dirty="0" err="1"/>
                  <a:t>promotions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key</a:t>
                </a:r>
                <a:r>
                  <a:rPr lang="de-DE" dirty="0"/>
                  <a:t> </a:t>
                </a:r>
                <a:r>
                  <a:rPr lang="de-DE" dirty="0" err="1"/>
                  <a:t>assumption</a:t>
                </a:r>
                <a:r>
                  <a:rPr lang="de-DE" dirty="0"/>
                  <a:t>: after </a:t>
                </a:r>
                <a:r>
                  <a:rPr lang="de-DE" dirty="0" err="1"/>
                  <a:t>differencing</a:t>
                </a:r>
                <a:r>
                  <a:rPr lang="de-DE" dirty="0"/>
                  <a:t> (and </a:t>
                </a:r>
                <a:r>
                  <a:rPr lang="de-DE" dirty="0" err="1"/>
                  <a:t>seasonal</a:t>
                </a:r>
                <a:r>
                  <a:rPr lang="de-DE" dirty="0"/>
                  <a:t> </a:t>
                </a:r>
                <a:r>
                  <a:rPr lang="de-DE" dirty="0" err="1"/>
                  <a:t>adjustment</a:t>
                </a:r>
                <a:r>
                  <a:rPr lang="de-DE" dirty="0"/>
                  <a:t>, </a:t>
                </a:r>
                <a:r>
                  <a:rPr lang="de-DE" dirty="0" err="1"/>
                  <a:t>if</a:t>
                </a:r>
                <a:r>
                  <a:rPr lang="de-DE" dirty="0"/>
                  <a:t> </a:t>
                </a:r>
                <a:r>
                  <a:rPr lang="de-DE" dirty="0" err="1"/>
                  <a:t>needed</a:t>
                </a:r>
                <a:r>
                  <a:rPr lang="de-DE" dirty="0"/>
                  <a:t>),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series</a:t>
                </a:r>
                <a:r>
                  <a:rPr lang="de-DE" dirty="0"/>
                  <a:t> </a:t>
                </a:r>
                <a:r>
                  <a:rPr lang="de-DE" dirty="0" err="1"/>
                  <a:t>should</a:t>
                </a:r>
                <a:r>
                  <a:rPr lang="de-DE" dirty="0"/>
                  <a:t> </a:t>
                </a:r>
                <a:r>
                  <a:rPr lang="de-DE" dirty="0" err="1"/>
                  <a:t>be</a:t>
                </a:r>
                <a:r>
                  <a:rPr lang="de-DE" dirty="0"/>
                  <a:t> </a:t>
                </a:r>
                <a:r>
                  <a:rPr lang="de-DE" dirty="0" err="1"/>
                  <a:t>approximately</a:t>
                </a:r>
                <a:r>
                  <a:rPr lang="de-DE" dirty="0"/>
                  <a:t> </a:t>
                </a:r>
                <a:r>
                  <a:rPr lang="de-DE" dirty="0" err="1"/>
                  <a:t>stationary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04A1ED3-77ED-83D5-8D45-7512437366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965" t="-2981" r="-1327" b="-108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11C9357-B7E6-EAA9-0E48-DB30D67C7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10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612F828-909D-AA74-A1B0-E294B13FA0FF}"/>
                  </a:ext>
                </a:extLst>
              </p:cNvPr>
              <p:cNvSpPr txBox="1"/>
              <p:nvPr/>
            </p:nvSpPr>
            <p:spPr>
              <a:xfrm>
                <a:off x="8124207" y="2117685"/>
                <a:ext cx="4067793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sz="2200" dirty="0"/>
                  <a:t> : linear </a:t>
                </a:r>
                <a:r>
                  <a:rPr lang="de-DE" sz="2200" dirty="0" err="1"/>
                  <a:t>trend</a:t>
                </a:r>
                <a:endParaRPr lang="de-DE" sz="2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=2: </m:t>
                      </m:r>
                      <m:sSubSup>
                        <m:sSubSupPr>
                          <m:ctrlPr>
                            <a:rPr lang="de-DE" sz="2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de-DE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DE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de-DE" sz="220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612F828-909D-AA74-A1B0-E294B13FA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4207" y="2117685"/>
                <a:ext cx="4067793" cy="769441"/>
              </a:xfrm>
              <a:prstGeom prst="rect">
                <a:avLst/>
              </a:prstGeom>
              <a:blipFill>
                <a:blip r:embed="rId3"/>
                <a:stretch>
                  <a:fillRect t="-4839" b="-967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BB3450F9-7C7A-8AF6-4B61-AFFEB65FD6F4}"/>
              </a:ext>
            </a:extLst>
          </p:cNvPr>
          <p:cNvCxnSpPr>
            <a:cxnSpLocks/>
          </p:cNvCxnSpPr>
          <p:nvPr/>
        </p:nvCxnSpPr>
        <p:spPr>
          <a:xfrm flipH="1">
            <a:off x="6730409" y="2349795"/>
            <a:ext cx="1393798" cy="3189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649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E55EB3-06CF-D0B3-AE01-A5FEE6C6A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Stationarity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DEC32F-B779-E4F9-72D5-22C31A0DB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0647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de-DE" dirty="0" err="1"/>
              <a:t>mean</a:t>
            </a:r>
            <a:r>
              <a:rPr lang="de-DE" dirty="0"/>
              <a:t>, </a:t>
            </a:r>
            <a:r>
              <a:rPr lang="de-DE" dirty="0" err="1"/>
              <a:t>variance</a:t>
            </a:r>
            <a:r>
              <a:rPr lang="de-DE" dirty="0"/>
              <a:t>, </a:t>
            </a:r>
            <a:r>
              <a:rPr lang="de-DE" dirty="0" err="1"/>
              <a:t>autocorrelation</a:t>
            </a:r>
            <a:r>
              <a:rPr lang="de-DE" dirty="0"/>
              <a:t> </a:t>
            </a:r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remain</a:t>
            </a:r>
            <a:r>
              <a:rPr lang="de-DE" dirty="0"/>
              <a:t> </a:t>
            </a:r>
            <a:r>
              <a:rPr lang="de-DE" dirty="0" err="1"/>
              <a:t>stable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time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important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ARMA </a:t>
            </a:r>
            <a:r>
              <a:rPr lang="de-DE" dirty="0" err="1"/>
              <a:t>assumptions</a:t>
            </a:r>
            <a:r>
              <a:rPr lang="de-DE" dirty="0"/>
              <a:t>, </a:t>
            </a:r>
            <a:r>
              <a:rPr lang="de-DE" dirty="0" err="1"/>
              <a:t>easier</a:t>
            </a:r>
            <a:r>
              <a:rPr lang="de-DE" dirty="0"/>
              <a:t> </a:t>
            </a:r>
            <a:r>
              <a:rPr lang="de-DE" dirty="0" err="1"/>
              <a:t>generalization</a:t>
            </a:r>
            <a:r>
              <a:rPr lang="de-DE" dirty="0"/>
              <a:t>, </a:t>
            </a:r>
            <a:r>
              <a:rPr lang="de-DE" dirty="0" err="1"/>
              <a:t>stable</a:t>
            </a:r>
            <a:r>
              <a:rPr lang="de-DE" dirty="0"/>
              <a:t> </a:t>
            </a:r>
            <a:r>
              <a:rPr lang="de-DE" dirty="0" err="1"/>
              <a:t>relationships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common</a:t>
            </a:r>
            <a:r>
              <a:rPr lang="de-DE" dirty="0"/>
              <a:t> fixes:</a:t>
            </a:r>
          </a:p>
          <a:p>
            <a:r>
              <a:rPr lang="de-DE" dirty="0" err="1"/>
              <a:t>differencing</a:t>
            </a:r>
            <a:endParaRPr lang="de-DE" dirty="0"/>
          </a:p>
          <a:p>
            <a:r>
              <a:rPr lang="de-DE" dirty="0"/>
              <a:t>log </a:t>
            </a:r>
            <a:r>
              <a:rPr lang="de-DE" dirty="0" err="1"/>
              <a:t>transform</a:t>
            </a:r>
            <a:r>
              <a:rPr lang="de-DE" dirty="0"/>
              <a:t> (</a:t>
            </a:r>
            <a:r>
              <a:rPr lang="de-DE" dirty="0" err="1"/>
              <a:t>converts</a:t>
            </a:r>
            <a:r>
              <a:rPr lang="de-DE" dirty="0"/>
              <a:t> </a:t>
            </a:r>
            <a:r>
              <a:rPr lang="de-DE" dirty="0" err="1"/>
              <a:t>multiplicative</a:t>
            </a:r>
            <a:r>
              <a:rPr lang="de-DE" dirty="0"/>
              <a:t> </a:t>
            </a:r>
            <a:r>
              <a:rPr lang="de-DE" dirty="0" err="1"/>
              <a:t>relationships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additive </a:t>
            </a:r>
            <a:r>
              <a:rPr lang="de-DE" dirty="0" err="1"/>
              <a:t>ones</a:t>
            </a:r>
            <a:r>
              <a:rPr lang="de-DE" dirty="0"/>
              <a:t>, </a:t>
            </a:r>
            <a:r>
              <a:rPr lang="de-DE" dirty="0" err="1"/>
              <a:t>forcing</a:t>
            </a:r>
            <a:r>
              <a:rPr lang="de-DE" dirty="0"/>
              <a:t> </a:t>
            </a:r>
            <a:r>
              <a:rPr lang="de-DE" dirty="0" err="1"/>
              <a:t>variations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remain</a:t>
            </a:r>
            <a:r>
              <a:rPr lang="de-DE" dirty="0"/>
              <a:t> </a:t>
            </a:r>
            <a:r>
              <a:rPr lang="de-DE" dirty="0" err="1"/>
              <a:t>consistent</a:t>
            </a:r>
            <a:r>
              <a:rPr lang="de-DE" dirty="0"/>
              <a:t> </a:t>
            </a:r>
            <a:r>
              <a:rPr lang="de-DE" dirty="0" err="1"/>
              <a:t>throughout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entire</a:t>
            </a:r>
            <a:r>
              <a:rPr lang="de-DE" dirty="0"/>
              <a:t> </a:t>
            </a:r>
            <a:r>
              <a:rPr lang="de-DE" dirty="0" err="1"/>
              <a:t>timeline</a:t>
            </a:r>
            <a:r>
              <a:rPr lang="de-DE" dirty="0"/>
              <a:t>)</a:t>
            </a:r>
          </a:p>
          <a:p>
            <a:r>
              <a:rPr lang="de-DE" dirty="0" err="1"/>
              <a:t>seasonal</a:t>
            </a:r>
            <a:r>
              <a:rPr lang="de-DE" dirty="0"/>
              <a:t> </a:t>
            </a:r>
            <a:r>
              <a:rPr lang="de-DE" dirty="0" err="1"/>
              <a:t>adjustment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6450BCB-8F61-C4DD-43EB-A987B508E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084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B6113B-21A2-0854-924B-BB63E6FC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Time Series Forecasting Information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F5DD1B4-F8BE-67D9-5C8A-5846104EC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auto-correlation:</a:t>
            </a:r>
          </a:p>
          <a:p>
            <a:r>
              <a:rPr lang="en-GB" dirty="0"/>
              <a:t>using past values of considered time series as function of lag</a:t>
            </a:r>
          </a:p>
          <a:p>
            <a:r>
              <a:rPr lang="en-GB" dirty="0">
                <a:sym typeface="Wingdings" panose="05000000000000000000" pitchFamily="2" charset="2"/>
              </a:rPr>
              <a:t>identifying periodicity (seasonality) and trend</a:t>
            </a:r>
          </a:p>
          <a:p>
            <a:pPr marL="0" indent="0">
              <a:buNone/>
            </a:pPr>
            <a:r>
              <a:rPr lang="en-GB" dirty="0">
                <a:sym typeface="Wingdings" panose="05000000000000000000" pitchFamily="2" charset="2"/>
              </a:rPr>
              <a:t> ARMA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exogenous variables:</a:t>
            </a:r>
          </a:p>
          <a:p>
            <a:r>
              <a:rPr lang="en-GB" dirty="0"/>
              <a:t>using correlations of other variables to considered time series</a:t>
            </a:r>
          </a:p>
          <a:p>
            <a:r>
              <a:rPr lang="en-GB" dirty="0"/>
              <a:t>examples in demand forecasting: price, weather</a:t>
            </a:r>
          </a:p>
          <a:p>
            <a:r>
              <a:rPr lang="en-GB" dirty="0"/>
              <a:t>such effects lasting for some time create spurious auto-correlation</a:t>
            </a:r>
            <a:endParaRPr lang="en-GB" dirty="0">
              <a:sym typeface="Wingdings" panose="05000000000000000000" pitchFamily="2" charset="2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C6F7B8-C3D0-71E0-24B5-892148818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580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0F2291-FA99-0076-EAD4-588EE94A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ML-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Forecasting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75FB23-BAEB-BC06-9A76-E4BE2935D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decomposition-based approaches: </a:t>
            </a:r>
          </a:p>
          <a:p>
            <a:pPr marL="0" indent="0">
              <a:buNone/>
            </a:pPr>
            <a:r>
              <a:rPr lang="en-GB" dirty="0"/>
              <a:t>additive components such as trend, seasonality, holidays</a:t>
            </a: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/>
              <a:t>additive </a:t>
            </a:r>
            <a:r>
              <a:rPr lang="de-DE" dirty="0" err="1"/>
              <a:t>regression</a:t>
            </a:r>
            <a:r>
              <a:rPr lang="de-DE" dirty="0"/>
              <a:t> / </a:t>
            </a:r>
            <a:r>
              <a:rPr lang="de-DE" dirty="0" err="1"/>
              <a:t>generalized</a:t>
            </a:r>
            <a:r>
              <a:rPr lang="de-DE" dirty="0"/>
              <a:t> additive </a:t>
            </a:r>
            <a:r>
              <a:rPr lang="de-DE" dirty="0" err="1"/>
              <a:t>modeling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example method: prophet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natural way for multivariate model: training one model combining several independent time series, distinguished by additional feature (e.g., product ID)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50EBF2D-0D59-0F92-1A8E-7681D29A4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772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230A68-4EF3-682A-ECAC-105D6AE7D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Feature Engineering </a:t>
            </a:r>
            <a:r>
              <a:rPr lang="de-DE" dirty="0" err="1"/>
              <a:t>for</a:t>
            </a:r>
            <a:r>
              <a:rPr lang="de-DE" dirty="0"/>
              <a:t> Time Series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3A5D92E-3370-2786-4A13-85C911BE9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1921" cy="4351338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idea</a:t>
            </a:r>
            <a:r>
              <a:rPr lang="de-DE" dirty="0"/>
              <a:t>: </a:t>
            </a:r>
            <a:r>
              <a:rPr lang="de-DE" dirty="0" err="1"/>
              <a:t>convert</a:t>
            </a:r>
            <a:r>
              <a:rPr lang="de-DE" dirty="0"/>
              <a:t> temporal </a:t>
            </a:r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ML </a:t>
            </a:r>
            <a:r>
              <a:rPr lang="de-DE" dirty="0" err="1"/>
              <a:t>models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lag </a:t>
            </a:r>
            <a:r>
              <a:rPr lang="de-DE" dirty="0" err="1"/>
              <a:t>features</a:t>
            </a:r>
            <a:r>
              <a:rPr lang="de-DE" dirty="0"/>
              <a:t> (</a:t>
            </a:r>
            <a:r>
              <a:rPr lang="de-DE" dirty="0" err="1"/>
              <a:t>past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): </a:t>
            </a:r>
            <a:r>
              <a:rPr lang="de-DE" dirty="0" err="1"/>
              <a:t>captures</a:t>
            </a:r>
            <a:r>
              <a:rPr lang="de-DE" dirty="0"/>
              <a:t> autoregressive </a:t>
            </a:r>
            <a:r>
              <a:rPr lang="de-DE" dirty="0" err="1"/>
              <a:t>behavior</a:t>
            </a:r>
            <a:endParaRPr lang="de-DE" dirty="0"/>
          </a:p>
          <a:p>
            <a:r>
              <a:rPr lang="de-DE" dirty="0" err="1"/>
              <a:t>calendar</a:t>
            </a:r>
            <a:r>
              <a:rPr lang="de-DE" dirty="0"/>
              <a:t>/time </a:t>
            </a:r>
            <a:r>
              <a:rPr lang="de-DE" dirty="0" err="1"/>
              <a:t>features</a:t>
            </a:r>
            <a:r>
              <a:rPr lang="de-DE" dirty="0"/>
              <a:t>: </a:t>
            </a:r>
            <a:r>
              <a:rPr lang="de-DE" dirty="0" err="1"/>
              <a:t>captures</a:t>
            </a:r>
            <a:r>
              <a:rPr lang="de-DE" dirty="0"/>
              <a:t> </a:t>
            </a:r>
            <a:r>
              <a:rPr lang="de-DE" dirty="0" err="1"/>
              <a:t>seasonality</a:t>
            </a:r>
            <a:r>
              <a:rPr lang="de-DE" dirty="0"/>
              <a:t> and </a:t>
            </a:r>
            <a:r>
              <a:rPr lang="de-DE" dirty="0" err="1"/>
              <a:t>recurring</a:t>
            </a:r>
            <a:r>
              <a:rPr lang="de-DE" dirty="0"/>
              <a:t> </a:t>
            </a:r>
            <a:r>
              <a:rPr lang="de-DE" dirty="0" err="1"/>
              <a:t>patterns</a:t>
            </a:r>
            <a:endParaRPr lang="de-DE" dirty="0"/>
          </a:p>
          <a:p>
            <a:r>
              <a:rPr lang="de-DE" dirty="0" err="1"/>
              <a:t>rolling</a:t>
            </a:r>
            <a:r>
              <a:rPr lang="de-DE" dirty="0"/>
              <a:t> &amp; </a:t>
            </a:r>
            <a:r>
              <a:rPr lang="de-DE" dirty="0" err="1"/>
              <a:t>aggregated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: </a:t>
            </a:r>
            <a:r>
              <a:rPr lang="de-DE" dirty="0" err="1"/>
              <a:t>captures</a:t>
            </a:r>
            <a:r>
              <a:rPr lang="de-DE" dirty="0"/>
              <a:t> </a:t>
            </a:r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trend</a:t>
            </a:r>
            <a:r>
              <a:rPr lang="de-DE" dirty="0"/>
              <a:t> and </a:t>
            </a:r>
            <a:r>
              <a:rPr lang="de-DE" dirty="0" err="1"/>
              <a:t>variability</a:t>
            </a:r>
            <a:endParaRPr lang="de-DE" dirty="0"/>
          </a:p>
          <a:p>
            <a:r>
              <a:rPr lang="de-DE" dirty="0"/>
              <a:t>external/</a:t>
            </a:r>
            <a:r>
              <a:rPr lang="de-DE" dirty="0" err="1"/>
              <a:t>exogenous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: </a:t>
            </a:r>
            <a:r>
              <a:rPr lang="de-DE" dirty="0" err="1"/>
              <a:t>incorporates</a:t>
            </a:r>
            <a:r>
              <a:rPr lang="de-DE" dirty="0"/>
              <a:t> outside </a:t>
            </a:r>
            <a:r>
              <a:rPr lang="de-DE" dirty="0" err="1"/>
              <a:t>influences</a:t>
            </a:r>
            <a:endParaRPr lang="de-DE" dirty="0"/>
          </a:p>
          <a:p>
            <a:endParaRPr lang="de-DE" b="1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6C106C8-7485-F001-5A6B-8229CBA23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7117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62445-5918-0081-910B-A92B97018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Lag Features &amp; Rolling </a:t>
            </a:r>
            <a:r>
              <a:rPr lang="de-DE" dirty="0" err="1"/>
              <a:t>Statistics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71821D6-0EB9-0DD4-627A-C362F34D09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create </a:t>
                </a:r>
                <a:r>
                  <a:rPr lang="de-DE" dirty="0" err="1"/>
                  <a:t>features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past</a:t>
                </a:r>
                <a:r>
                  <a:rPr lang="de-DE" dirty="0"/>
                  <a:t> </a:t>
                </a:r>
                <a:r>
                  <a:rPr lang="de-DE" dirty="0" err="1"/>
                  <a:t>values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de-D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de-D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−3</m:t>
                        </m:r>
                      </m:sub>
                    </m:sSub>
                  </m:oMath>
                </a14:m>
                <a:r>
                  <a:rPr lang="de-DE" dirty="0"/>
                  <a:t>, …</a:t>
                </a:r>
              </a:p>
              <a:p>
                <a:pPr marL="0" indent="0">
                  <a:buNone/>
                </a:pPr>
                <a:r>
                  <a:rPr lang="de-DE" dirty="0" err="1"/>
                  <a:t>example</a:t>
                </a:r>
                <a:r>
                  <a:rPr lang="de-DE" dirty="0"/>
                  <a:t>: </a:t>
                </a:r>
                <a:r>
                  <a:rPr lang="de-DE" dirty="0" err="1"/>
                  <a:t>predict</a:t>
                </a:r>
                <a:r>
                  <a:rPr lang="de-DE" dirty="0"/>
                  <a:t> </a:t>
                </a:r>
                <a:r>
                  <a:rPr lang="de-DE" dirty="0" err="1"/>
                  <a:t>today’s</a:t>
                </a:r>
                <a:r>
                  <a:rPr lang="de-DE" dirty="0"/>
                  <a:t> </a:t>
                </a:r>
                <a:r>
                  <a:rPr lang="de-DE" dirty="0" err="1"/>
                  <a:t>sales</a:t>
                </a:r>
                <a:r>
                  <a:rPr lang="de-DE" dirty="0"/>
                  <a:t> </a:t>
                </a:r>
                <a:r>
                  <a:rPr lang="de-DE" dirty="0" err="1"/>
                  <a:t>using</a:t>
                </a:r>
                <a:r>
                  <a:rPr lang="de-DE" dirty="0"/>
                  <a:t> </a:t>
                </a:r>
                <a:r>
                  <a:rPr lang="de-DE" dirty="0" err="1"/>
                  <a:t>sales</a:t>
                </a:r>
                <a:r>
                  <a:rPr lang="de-DE" dirty="0"/>
                  <a:t> </a:t>
                </a:r>
                <a:r>
                  <a:rPr lang="de-DE" dirty="0" err="1"/>
                  <a:t>yesterday</a:t>
                </a:r>
                <a:r>
                  <a:rPr lang="de-DE" dirty="0"/>
                  <a:t>, </a:t>
                </a:r>
                <a:r>
                  <a:rPr lang="de-DE" dirty="0" err="1"/>
                  <a:t>sales</a:t>
                </a:r>
                <a:r>
                  <a:rPr lang="de-DE" dirty="0"/>
                  <a:t> last </a:t>
                </a:r>
                <a:r>
                  <a:rPr lang="de-DE" dirty="0" err="1"/>
                  <a:t>week</a:t>
                </a:r>
                <a:r>
                  <a:rPr lang="de-DE" dirty="0"/>
                  <a:t>, …</a:t>
                </a:r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c</a:t>
                </a:r>
                <a:r>
                  <a:rPr lang="de-DE" dirty="0" err="1"/>
                  <a:t>aptures</a:t>
                </a:r>
                <a:r>
                  <a:rPr lang="de-DE" dirty="0"/>
                  <a:t> </a:t>
                </a:r>
                <a:r>
                  <a:rPr lang="de-DE" dirty="0" err="1"/>
                  <a:t>short</a:t>
                </a:r>
                <a:r>
                  <a:rPr lang="de-DE" dirty="0"/>
                  <a:t>- and </a:t>
                </a:r>
                <a:r>
                  <a:rPr lang="de-DE" dirty="0" err="1"/>
                  <a:t>long</a:t>
                </a:r>
                <a:r>
                  <a:rPr lang="de-DE" dirty="0"/>
                  <a:t>-term </a:t>
                </a:r>
                <a:r>
                  <a:rPr lang="de-DE" dirty="0" err="1"/>
                  <a:t>patterns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compute</a:t>
                </a:r>
                <a:r>
                  <a:rPr lang="de-DE" dirty="0"/>
                  <a:t> </a:t>
                </a:r>
                <a:r>
                  <a:rPr lang="de-DE" dirty="0" err="1"/>
                  <a:t>aggregation</a:t>
                </a:r>
                <a:r>
                  <a:rPr lang="de-DE" dirty="0"/>
                  <a:t> </a:t>
                </a:r>
                <a:r>
                  <a:rPr lang="de-DE" dirty="0" err="1"/>
                  <a:t>statistics</a:t>
                </a:r>
                <a:r>
                  <a:rPr lang="de-DE" dirty="0"/>
                  <a:t> </a:t>
                </a:r>
                <a:r>
                  <a:rPr lang="de-DE" dirty="0" err="1"/>
                  <a:t>over</a:t>
                </a:r>
                <a:r>
                  <a:rPr lang="de-DE" dirty="0"/>
                  <a:t> a </a:t>
                </a:r>
                <a:r>
                  <a:rPr lang="de-DE" dirty="0" err="1"/>
                  <a:t>window</a:t>
                </a:r>
                <a:r>
                  <a:rPr lang="de-DE" dirty="0"/>
                  <a:t> (e.g., </a:t>
                </a:r>
                <a:r>
                  <a:rPr lang="de-DE" dirty="0" err="1"/>
                  <a:t>rolling</a:t>
                </a:r>
                <a:r>
                  <a:rPr lang="de-DE" dirty="0"/>
                  <a:t> </a:t>
                </a:r>
                <a:r>
                  <a:rPr lang="de-DE" dirty="0" err="1"/>
                  <a:t>mean</a:t>
                </a:r>
                <a:r>
                  <a:rPr lang="de-DE" dirty="0"/>
                  <a:t>, </a:t>
                </a:r>
                <a:r>
                  <a:rPr lang="de-DE" dirty="0" err="1"/>
                  <a:t>rolling</a:t>
                </a:r>
                <a:r>
                  <a:rPr lang="de-DE" dirty="0"/>
                  <a:t> </a:t>
                </a:r>
                <a:r>
                  <a:rPr lang="de-DE" dirty="0" err="1"/>
                  <a:t>sum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r>
                  <a:rPr lang="de-DE" dirty="0" err="1"/>
                  <a:t>example</a:t>
                </a:r>
                <a:r>
                  <a:rPr lang="de-DE" dirty="0"/>
                  <a:t>: </a:t>
                </a:r>
                <a:r>
                  <a:rPr lang="de-DE" dirty="0" err="1"/>
                  <a:t>average</a:t>
                </a:r>
                <a:r>
                  <a:rPr lang="de-DE" dirty="0"/>
                  <a:t> </a:t>
                </a:r>
                <a:r>
                  <a:rPr lang="de-DE" dirty="0" err="1"/>
                  <a:t>sales</a:t>
                </a:r>
                <a:r>
                  <a:rPr lang="de-DE" dirty="0"/>
                  <a:t> </a:t>
                </a:r>
                <a:r>
                  <a:rPr lang="de-DE" dirty="0" err="1"/>
                  <a:t>over</a:t>
                </a:r>
                <a:r>
                  <a:rPr lang="de-DE" dirty="0"/>
                  <a:t> last 7 </a:t>
                </a:r>
                <a:r>
                  <a:rPr lang="de-DE" dirty="0" err="1"/>
                  <a:t>days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71821D6-0EB9-0DD4-627A-C362F34D09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BD6D60C-0946-A14C-001D-A053213DF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9365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1AB6FA-B808-4BEF-4A8B-C440F599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Exponential</a:t>
            </a:r>
            <a:r>
              <a:rPr lang="de-DE" dirty="0"/>
              <a:t> </a:t>
            </a:r>
            <a:r>
              <a:rPr lang="de-DE" dirty="0" err="1"/>
              <a:t>Smoothing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7A35302-2243-CCB5-D374-8450533589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 err="1"/>
                  <a:t>exponentially</a:t>
                </a:r>
                <a:r>
                  <a:rPr lang="de-DE" dirty="0"/>
                  <a:t> </a:t>
                </a:r>
                <a:r>
                  <a:rPr lang="de-DE" dirty="0" err="1"/>
                  <a:t>weighted</a:t>
                </a:r>
                <a:r>
                  <a:rPr lang="de-DE" dirty="0"/>
                  <a:t> </a:t>
                </a:r>
                <a:r>
                  <a:rPr lang="de-DE" dirty="0" err="1"/>
                  <a:t>moving</a:t>
                </a:r>
                <a:r>
                  <a:rPr lang="de-DE" dirty="0"/>
                  <a:t> </a:t>
                </a:r>
                <a:r>
                  <a:rPr lang="de-DE" dirty="0" err="1"/>
                  <a:t>average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en-GB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en-GB" dirty="0" err="1">
                    <a:latin typeface="Courier" pitchFamily="2" charset="0"/>
                  </a:rPr>
                  <a:t>X.sort_values</a:t>
                </a:r>
                <a:r>
                  <a:rPr lang="en-GB" dirty="0">
                    <a:latin typeface="Courier" pitchFamily="2" charset="0"/>
                  </a:rPr>
                  <a:t>(['date'])</a:t>
                </a:r>
              </a:p>
              <a:p>
                <a:pPr marL="0" indent="0">
                  <a:buNone/>
                </a:pPr>
                <a:r>
                  <a:rPr lang="en-GB" dirty="0">
                    <a:latin typeface="Courier" pitchFamily="2" charset="0"/>
                  </a:rPr>
                  <a:t>.</a:t>
                </a:r>
                <a:r>
                  <a:rPr lang="en-GB" dirty="0" err="1">
                    <a:latin typeface="Courier" pitchFamily="2" charset="0"/>
                  </a:rPr>
                  <a:t>groupby</a:t>
                </a:r>
                <a:r>
                  <a:rPr lang="en-GB" dirty="0">
                    <a:latin typeface="Courier" pitchFamily="2" charset="0"/>
                  </a:rPr>
                  <a:t>(['</a:t>
                </a:r>
                <a:r>
                  <a:rPr lang="en-GB" dirty="0" err="1">
                    <a:latin typeface="Courier" pitchFamily="2" charset="0"/>
                  </a:rPr>
                  <a:t>store','item</a:t>
                </a:r>
                <a:r>
                  <a:rPr lang="en-GB" dirty="0">
                    <a:latin typeface="Courier" pitchFamily="2" charset="0"/>
                  </a:rPr>
                  <a:t>'])['y']</a:t>
                </a:r>
              </a:p>
              <a:p>
                <a:pPr marL="0" indent="0">
                  <a:buNone/>
                </a:pPr>
                <a:r>
                  <a:rPr lang="en-GB" dirty="0">
                    <a:latin typeface="Courier" pitchFamily="2" charset="0"/>
                  </a:rPr>
                  <a:t>.apply(lambda x: </a:t>
                </a:r>
                <a:r>
                  <a:rPr lang="en-GB" dirty="0" err="1">
                    <a:latin typeface="Courier" pitchFamily="2" charset="0"/>
                  </a:rPr>
                  <a:t>x.shift</a:t>
                </a:r>
                <a:r>
                  <a:rPr lang="en-GB" dirty="0">
                    <a:latin typeface="Courier" pitchFamily="2" charset="0"/>
                  </a:rPr>
                  <a:t>(3)</a:t>
                </a:r>
              </a:p>
              <a:p>
                <a:pPr marL="0" indent="0">
                  <a:buNone/>
                </a:pPr>
                <a:r>
                  <a:rPr lang="en-GB" dirty="0">
                    <a:latin typeface="Courier" pitchFamily="2" charset="0"/>
                  </a:rPr>
                  <a:t>.</a:t>
                </a:r>
                <a:r>
                  <a:rPr lang="en-GB" dirty="0" err="1">
                    <a:latin typeface="Courier" pitchFamily="2" charset="0"/>
                  </a:rPr>
                  <a:t>ewm</a:t>
                </a:r>
                <a:r>
                  <a:rPr lang="en-GB" dirty="0">
                    <a:latin typeface="Courier" pitchFamily="2" charset="0"/>
                  </a:rPr>
                  <a:t>(alpha=0.15).mean())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7A35302-2243-CCB5-D374-8450533589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5">
            <a:extLst>
              <a:ext uri="{FF2B5EF4-FFF2-40B4-BE49-F238E27FC236}">
                <a16:creationId xmlns:a16="http://schemas.microsoft.com/office/drawing/2014/main" id="{3A1E2E6C-D51F-1040-E81D-B4D1FECF1218}"/>
              </a:ext>
            </a:extLst>
          </p:cNvPr>
          <p:cNvSpPr txBox="1"/>
          <p:nvPr/>
        </p:nvSpPr>
        <p:spPr>
          <a:xfrm>
            <a:off x="6513155" y="5684520"/>
            <a:ext cx="279275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00" dirty="0"/>
              <a:t>p</a:t>
            </a:r>
            <a:r>
              <a:rPr lang="en-DE" sz="2600" dirty="0"/>
              <a:t>rediction horizon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D8E8A4A6-E7E6-05B0-E1AF-795408A161F9}"/>
              </a:ext>
            </a:extLst>
          </p:cNvPr>
          <p:cNvCxnSpPr/>
          <p:nvPr/>
        </p:nvCxnSpPr>
        <p:spPr>
          <a:xfrm flipH="1" flipV="1">
            <a:off x="6424551" y="4751760"/>
            <a:ext cx="1446027" cy="925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E5CDB3-9563-AE9D-B61F-2A7C2FE9F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16</a:t>
            </a:fld>
            <a:endParaRPr lang="en-GB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25EB4B5-ABE1-D324-1682-89299672ECB6}"/>
              </a:ext>
            </a:extLst>
          </p:cNvPr>
          <p:cNvSpPr txBox="1"/>
          <p:nvPr/>
        </p:nvSpPr>
        <p:spPr>
          <a:xfrm>
            <a:off x="8354396" y="3031798"/>
            <a:ext cx="3532803" cy="1446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200" dirty="0"/>
              <a:t>potentially further grouped by important lag (like day of week) or exogenous variables (like promotion)</a:t>
            </a:r>
          </a:p>
        </p:txBody>
      </p:sp>
    </p:spTree>
    <p:extLst>
      <p:ext uri="{BB962C8B-B14F-4D97-AF65-F5344CB8AC3E}">
        <p14:creationId xmlns:p14="http://schemas.microsoft.com/office/powerpoint/2010/main" val="3568746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7E7E7D-498D-3CAB-B8CF-A9EE30AE8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Trend &amp; </a:t>
            </a:r>
            <a:r>
              <a:rPr lang="de-DE" dirty="0" err="1"/>
              <a:t>Seasonality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744B54-851F-F434-BE0A-ABF1763AD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capture</a:t>
            </a:r>
            <a:r>
              <a:rPr lang="de-DE" dirty="0"/>
              <a:t> </a:t>
            </a:r>
            <a:r>
              <a:rPr lang="de-DE" dirty="0" err="1"/>
              <a:t>long</a:t>
            </a:r>
            <a:r>
              <a:rPr lang="de-DE" dirty="0"/>
              <a:t>-term </a:t>
            </a:r>
            <a:r>
              <a:rPr lang="de-DE" dirty="0" err="1"/>
              <a:t>movement</a:t>
            </a:r>
            <a:r>
              <a:rPr lang="de-DE" dirty="0"/>
              <a:t> such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increasing</a:t>
            </a:r>
            <a:r>
              <a:rPr lang="de-DE" dirty="0"/>
              <a:t>/</a:t>
            </a:r>
            <a:r>
              <a:rPr lang="de-DE" dirty="0" err="1"/>
              <a:t>decreasing</a:t>
            </a:r>
            <a:r>
              <a:rPr lang="de-DE" dirty="0"/>
              <a:t> </a:t>
            </a:r>
            <a:r>
              <a:rPr lang="de-DE" dirty="0" err="1"/>
              <a:t>trend</a:t>
            </a:r>
            <a:endParaRPr lang="de-DE" dirty="0"/>
          </a:p>
          <a:p>
            <a:pPr marL="0" indent="0">
              <a:buNone/>
            </a:pPr>
            <a:r>
              <a:rPr lang="de-DE" dirty="0" err="1"/>
              <a:t>difference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and </a:t>
            </a:r>
            <a:r>
              <a:rPr lang="de-DE" dirty="0" err="1"/>
              <a:t>past</a:t>
            </a:r>
            <a:r>
              <a:rPr lang="de-DE" dirty="0"/>
              <a:t> </a:t>
            </a:r>
            <a:r>
              <a:rPr lang="de-DE" dirty="0" err="1"/>
              <a:t>values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capture</a:t>
            </a:r>
            <a:r>
              <a:rPr lang="de-DE" dirty="0"/>
              <a:t> </a:t>
            </a:r>
            <a:r>
              <a:rPr lang="de-DE" dirty="0" err="1"/>
              <a:t>repeating</a:t>
            </a:r>
            <a:r>
              <a:rPr lang="de-DE" dirty="0"/>
              <a:t> </a:t>
            </a:r>
            <a:r>
              <a:rPr lang="de-DE" dirty="0" err="1"/>
              <a:t>patterns</a:t>
            </a:r>
            <a:r>
              <a:rPr lang="de-DE" dirty="0"/>
              <a:t>:</a:t>
            </a:r>
          </a:p>
          <a:p>
            <a:r>
              <a:rPr lang="de-DE" dirty="0" err="1"/>
              <a:t>day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r>
              <a:rPr lang="de-DE" dirty="0" err="1"/>
              <a:t>month</a:t>
            </a:r>
            <a:endParaRPr lang="de-DE" dirty="0"/>
          </a:p>
          <a:p>
            <a:r>
              <a:rPr lang="de-DE" dirty="0" err="1"/>
              <a:t>holiday</a:t>
            </a:r>
            <a:r>
              <a:rPr lang="de-DE" dirty="0"/>
              <a:t> </a:t>
            </a:r>
            <a:r>
              <a:rPr lang="de-DE" dirty="0" err="1"/>
              <a:t>indicators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o</a:t>
            </a:r>
            <a:r>
              <a:rPr lang="de-DE" dirty="0" err="1"/>
              <a:t>ften</a:t>
            </a:r>
            <a:r>
              <a:rPr lang="de-DE" dirty="0"/>
              <a:t> </a:t>
            </a:r>
            <a:r>
              <a:rPr lang="de-DE" dirty="0" err="1"/>
              <a:t>critical</a:t>
            </a:r>
            <a:r>
              <a:rPr lang="de-DE" dirty="0"/>
              <a:t> in time </a:t>
            </a:r>
            <a:r>
              <a:rPr lang="de-DE" dirty="0" err="1"/>
              <a:t>series</a:t>
            </a:r>
            <a:r>
              <a:rPr lang="de-DE" dirty="0"/>
              <a:t> </a:t>
            </a:r>
            <a:r>
              <a:rPr lang="de-DE" dirty="0" err="1"/>
              <a:t>problems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2AEADF-8210-3277-C286-5E5BE1B9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333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3BE832-7085-6A32-B1A5-6BF26BE08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Demand Forecasting with ML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35EC09D-92D7-2E02-1E1F-D5F19718D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18</a:t>
            </a:fld>
            <a:endParaRPr lang="en-GB"/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7F8D3013-9DD3-9551-B5DC-E1F2106D321D}"/>
              </a:ext>
            </a:extLst>
          </p:cNvPr>
          <p:cNvSpPr/>
          <p:nvPr/>
        </p:nvSpPr>
        <p:spPr>
          <a:xfrm>
            <a:off x="4585066" y="1985365"/>
            <a:ext cx="7242801" cy="12418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5151B2EC-0A2C-971F-D50E-1DDF800A2807}"/>
              </a:ext>
            </a:extLst>
          </p:cNvPr>
          <p:cNvSpPr txBox="1">
            <a:spLocks/>
          </p:cNvSpPr>
          <p:nvPr/>
        </p:nvSpPr>
        <p:spPr>
          <a:xfrm>
            <a:off x="4585065" y="1477502"/>
            <a:ext cx="6923193" cy="4015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/>
              <a:t>advantages of ML over traditional univariate time series forecasting:</a:t>
            </a:r>
            <a:endParaRPr lang="en-US" sz="1800" dirty="0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81AA1BFE-C22C-0D0C-D05E-928F7704926C}"/>
              </a:ext>
            </a:extLst>
          </p:cNvPr>
          <p:cNvSpPr/>
          <p:nvPr/>
        </p:nvSpPr>
        <p:spPr>
          <a:xfrm>
            <a:off x="661130" y="1956977"/>
            <a:ext cx="3271719" cy="11387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700" dirty="0"/>
              <a:t>typical retail grocery chain:</a:t>
            </a:r>
          </a:p>
          <a:p>
            <a:pPr marL="342900" indent="-168275">
              <a:buFont typeface="Arial" panose="020B0604020202020204" pitchFamily="34" charset="0"/>
              <a:buChar char="•"/>
            </a:pPr>
            <a:r>
              <a:rPr lang="en-US" sz="1700" dirty="0"/>
              <a:t>products (items): ~20k</a:t>
            </a:r>
          </a:p>
          <a:p>
            <a:pPr marL="342900" indent="-168275">
              <a:buFont typeface="Arial" panose="020B0604020202020204" pitchFamily="34" charset="0"/>
              <a:buChar char="•"/>
            </a:pPr>
            <a:r>
              <a:rPr lang="en-US" sz="1700" dirty="0"/>
              <a:t>locations (stores): ~500</a:t>
            </a:r>
          </a:p>
          <a:p>
            <a:pPr marL="342900" indent="-168275">
              <a:buFont typeface="Arial" panose="020B0604020202020204" pitchFamily="34" charset="0"/>
              <a:buChar char="•"/>
            </a:pPr>
            <a:r>
              <a:rPr lang="en-US" sz="1700" dirty="0"/>
              <a:t>daily/hourly aggregated sales</a:t>
            </a: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F721D424-3532-2B11-C3AA-92CC919D8568}"/>
              </a:ext>
            </a:extLst>
          </p:cNvPr>
          <p:cNvSpPr txBox="1"/>
          <p:nvPr/>
        </p:nvSpPr>
        <p:spPr>
          <a:xfrm>
            <a:off x="445111" y="1471649"/>
            <a:ext cx="3847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m</a:t>
            </a:r>
            <a:r>
              <a:rPr lang="en-DE" sz="1600" b="1" dirty="0"/>
              <a:t>any individual time series</a:t>
            </a:r>
            <a:r>
              <a:rPr lang="en-US" sz="1600" b="1" dirty="0"/>
              <a:t> to consider</a:t>
            </a:r>
            <a:endParaRPr lang="en-DE" sz="1600" b="1" dirty="0"/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6867803D-696A-928A-26BE-C7AB1973BDD9}"/>
              </a:ext>
            </a:extLst>
          </p:cNvPr>
          <p:cNvSpPr/>
          <p:nvPr/>
        </p:nvSpPr>
        <p:spPr>
          <a:xfrm>
            <a:off x="4585065" y="2171824"/>
            <a:ext cx="7060397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2713" lvl="1"/>
            <a:r>
              <a:rPr lang="en-US" sz="1700" b="1" dirty="0"/>
              <a:t>combined learning on all time series</a:t>
            </a:r>
            <a:r>
              <a:rPr lang="en-US" sz="1700" dirty="0"/>
              <a:t> of product-location combinations (rather than separately optimizing individual time series) </a:t>
            </a:r>
          </a:p>
          <a:p>
            <a:pPr marL="112713" lvl="1"/>
            <a:r>
              <a:rPr lang="en-US" sz="1700" dirty="0">
                <a:sym typeface="Wingdings" pitchFamily="2" charset="2"/>
              </a:rPr>
              <a:t> </a:t>
            </a:r>
            <a:r>
              <a:rPr lang="en-US" sz="1700" b="1" dirty="0"/>
              <a:t>reduces variance</a:t>
            </a:r>
            <a:r>
              <a:rPr lang="en-US" sz="1700" dirty="0"/>
              <a:t> by exploiting commonalities</a:t>
            </a:r>
            <a:endParaRPr lang="en-US" sz="1700" b="1" dirty="0"/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B59D856A-A0F3-7741-EF24-542A56CD818F}"/>
              </a:ext>
            </a:extLst>
          </p:cNvPr>
          <p:cNvSpPr/>
          <p:nvPr/>
        </p:nvSpPr>
        <p:spPr>
          <a:xfrm>
            <a:off x="4589424" y="3413662"/>
            <a:ext cx="7242801" cy="12418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6BAA48EB-B009-D97F-40EA-39161506B5AA}"/>
              </a:ext>
            </a:extLst>
          </p:cNvPr>
          <p:cNvSpPr/>
          <p:nvPr/>
        </p:nvSpPr>
        <p:spPr>
          <a:xfrm>
            <a:off x="4585066" y="3626248"/>
            <a:ext cx="7247159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2713" lvl="1"/>
            <a:r>
              <a:rPr lang="en-US" sz="1700" b="1" dirty="0"/>
              <a:t>natural consideration of many exogenous variables </a:t>
            </a:r>
            <a:r>
              <a:rPr lang="en-US" sz="1700" dirty="0"/>
              <a:t>(prices, promotions, holidays, weather, ...)</a:t>
            </a:r>
          </a:p>
          <a:p>
            <a:pPr marL="112713" lvl="1"/>
            <a:r>
              <a:rPr lang="en-US" sz="1700" dirty="0">
                <a:sym typeface="Wingdings" pitchFamily="2" charset="2"/>
              </a:rPr>
              <a:t> </a:t>
            </a:r>
            <a:r>
              <a:rPr lang="en-US" sz="1700" b="1" dirty="0">
                <a:sym typeface="Wingdings" pitchFamily="2" charset="2"/>
              </a:rPr>
              <a:t>reduces bias</a:t>
            </a:r>
            <a:endParaRPr lang="en-US" sz="1700" b="1" dirty="0"/>
          </a:p>
        </p:txBody>
      </p:sp>
      <p:sp>
        <p:nvSpPr>
          <p:cNvPr id="25" name="TextBox 18">
            <a:extLst>
              <a:ext uri="{FF2B5EF4-FFF2-40B4-BE49-F238E27FC236}">
                <a16:creationId xmlns:a16="http://schemas.microsoft.com/office/drawing/2014/main" id="{1850E668-6B10-54E4-AEA8-CFB6530B915F}"/>
              </a:ext>
            </a:extLst>
          </p:cNvPr>
          <p:cNvSpPr txBox="1"/>
          <p:nvPr/>
        </p:nvSpPr>
        <p:spPr>
          <a:xfrm>
            <a:off x="4242778" y="5061584"/>
            <a:ext cx="7810191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to be noted: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categorical features important (products and locations </a:t>
            </a:r>
            <a:r>
              <a:rPr lang="en-GB" dirty="0">
                <a:sym typeface="Wingdings" pitchFamily="2" charset="2"/>
              </a:rPr>
              <a:t> high cardinality</a:t>
            </a:r>
            <a:r>
              <a:rPr lang="en-GB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mainly multiplicative effects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demand (approximately) following </a:t>
            </a:r>
            <a:r>
              <a:rPr lang="en-DE" dirty="0"/>
              <a:t>Poisson (or rather negative binomial) distribution</a:t>
            </a:r>
          </a:p>
        </p:txBody>
      </p:sp>
      <p:grpSp>
        <p:nvGrpSpPr>
          <p:cNvPr id="26" name="Group 19">
            <a:extLst>
              <a:ext uri="{FF2B5EF4-FFF2-40B4-BE49-F238E27FC236}">
                <a16:creationId xmlns:a16="http://schemas.microsoft.com/office/drawing/2014/main" id="{481A031F-3AD0-BFD7-AA0A-5A6914DD9FE9}"/>
              </a:ext>
            </a:extLst>
          </p:cNvPr>
          <p:cNvGrpSpPr/>
          <p:nvPr/>
        </p:nvGrpSpPr>
        <p:grpSpPr>
          <a:xfrm>
            <a:off x="359775" y="3411602"/>
            <a:ext cx="3657901" cy="2440933"/>
            <a:chOff x="-32163" y="2511519"/>
            <a:chExt cx="4776792" cy="3517637"/>
          </a:xfrm>
        </p:grpSpPr>
        <p:pic>
          <p:nvPicPr>
            <p:cNvPr id="27" name="Picture 20">
              <a:extLst>
                <a:ext uri="{FF2B5EF4-FFF2-40B4-BE49-F238E27FC236}">
                  <a16:creationId xmlns:a16="http://schemas.microsoft.com/office/drawing/2014/main" id="{7D35F34E-6153-F09F-C789-44B9094999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596" t="5038" r="2582" b="15865"/>
            <a:stretch/>
          </p:blipFill>
          <p:spPr>
            <a:xfrm>
              <a:off x="261793" y="2511519"/>
              <a:ext cx="4482836" cy="3517637"/>
            </a:xfrm>
            <a:prstGeom prst="rect">
              <a:avLst/>
            </a:prstGeom>
          </p:spPr>
        </p:pic>
        <p:sp>
          <p:nvSpPr>
            <p:cNvPr id="28" name="TextBox 21">
              <a:extLst>
                <a:ext uri="{FF2B5EF4-FFF2-40B4-BE49-F238E27FC236}">
                  <a16:creationId xmlns:a16="http://schemas.microsoft.com/office/drawing/2014/main" id="{06CF8DB0-A6EC-30AB-302A-C2F72F099A17}"/>
                </a:ext>
              </a:extLst>
            </p:cNvPr>
            <p:cNvSpPr txBox="1"/>
            <p:nvPr/>
          </p:nvSpPr>
          <p:spPr>
            <a:xfrm rot="16200000">
              <a:off x="-704984" y="3974267"/>
              <a:ext cx="1687273" cy="341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Summed Units</a:t>
              </a:r>
            </a:p>
          </p:txBody>
        </p:sp>
        <p:pic>
          <p:nvPicPr>
            <p:cNvPr id="29" name="Picture 22">
              <a:extLst>
                <a:ext uri="{FF2B5EF4-FFF2-40B4-BE49-F238E27FC236}">
                  <a16:creationId xmlns:a16="http://schemas.microsoft.com/office/drawing/2014/main" id="{1FDA3BD3-DB89-1C89-95A8-6085925DF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45721" y="2617453"/>
              <a:ext cx="1658199" cy="374799"/>
            </a:xfrm>
            <a:prstGeom prst="rect">
              <a:avLst/>
            </a:prstGeom>
          </p:spPr>
        </p:pic>
      </p:grpSp>
      <p:sp>
        <p:nvSpPr>
          <p:cNvPr id="30" name="TextBox 23">
            <a:extLst>
              <a:ext uri="{FF2B5EF4-FFF2-40B4-BE49-F238E27FC236}">
                <a16:creationId xmlns:a16="http://schemas.microsoft.com/office/drawing/2014/main" id="{1EEEC6B4-F0E3-1AE2-059F-AD369B7C1196}"/>
              </a:ext>
            </a:extLst>
          </p:cNvPr>
          <p:cNvSpPr txBox="1"/>
          <p:nvPr/>
        </p:nvSpPr>
        <p:spPr>
          <a:xfrm>
            <a:off x="1978688" y="3886745"/>
            <a:ext cx="1843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p</a:t>
            </a:r>
            <a:r>
              <a:rPr lang="en-DE" dirty="0">
                <a:solidFill>
                  <a:srgbClr val="FF0000"/>
                </a:solidFill>
              </a:rPr>
              <a:t>romotions</a:t>
            </a:r>
          </a:p>
          <a:p>
            <a:r>
              <a:rPr lang="en-DE" dirty="0">
                <a:solidFill>
                  <a:srgbClr val="FF0000"/>
                </a:solidFill>
              </a:rPr>
              <a:t>(price reductions)</a:t>
            </a:r>
          </a:p>
        </p:txBody>
      </p:sp>
    </p:spTree>
    <p:extLst>
      <p:ext uri="{BB962C8B-B14F-4D97-AF65-F5344CB8AC3E}">
        <p14:creationId xmlns:p14="http://schemas.microsoft.com/office/powerpoint/2010/main" val="3120375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4EA23-CBB0-1E36-1526-F293EA15F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dirty="0"/>
              <a:t>You can decrease uncertainty by looking at similar time series</a:t>
            </a:r>
            <a:endParaRPr lang="en-GB" sz="3200" dirty="0"/>
          </a:p>
        </p:txBody>
      </p:sp>
      <p:pic>
        <p:nvPicPr>
          <p:cNvPr id="5" name="Picture 4" descr="A graph of data showing different types of data&#10;&#10;Description automatically generated with medium confidence">
            <a:extLst>
              <a:ext uri="{FF2B5EF4-FFF2-40B4-BE49-F238E27FC236}">
                <a16:creationId xmlns:a16="http://schemas.microsoft.com/office/drawing/2014/main" id="{FE1DD5D3-1991-6ECC-C32B-5E6D7BCD8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444" y="1227667"/>
            <a:ext cx="7507111" cy="5630333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45BA694-36B9-C30D-3A44-E94B946F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8040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215AA99-A395-8CFB-EB55-1C7A24F9B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20</a:t>
            </a:fld>
            <a:endParaRPr lang="en-GB"/>
          </a:p>
        </p:txBody>
      </p:sp>
      <p:pic>
        <p:nvPicPr>
          <p:cNvPr id="5" name="Picture 39" descr="Chart&#10;&#10;Description automatically generated">
            <a:extLst>
              <a:ext uri="{FF2B5EF4-FFF2-40B4-BE49-F238E27FC236}">
                <a16:creationId xmlns:a16="http://schemas.microsoft.com/office/drawing/2014/main" id="{4896F3BA-7AF3-A7B4-C717-6EA33070D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1466"/>
            <a:ext cx="10767057" cy="2771981"/>
          </a:xfrm>
          <a:prstGeom prst="rect">
            <a:avLst/>
          </a:prstGeom>
        </p:spPr>
      </p:pic>
      <p:pic>
        <p:nvPicPr>
          <p:cNvPr id="6" name="Picture 41" descr="Chart, histogram&#10;&#10;Description automatically generated">
            <a:extLst>
              <a:ext uri="{FF2B5EF4-FFF2-40B4-BE49-F238E27FC236}">
                <a16:creationId xmlns:a16="http://schemas.microsoft.com/office/drawing/2014/main" id="{859D819D-1D9C-D908-FE3B-CEFACDAC5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1512" y="130806"/>
            <a:ext cx="4941286" cy="3567855"/>
          </a:xfrm>
          <a:prstGeom prst="rect">
            <a:avLst/>
          </a:prstGeom>
        </p:spPr>
      </p:pic>
      <p:pic>
        <p:nvPicPr>
          <p:cNvPr id="7" name="Picture 53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71FEAFDE-CC82-CB7E-CEA5-A77023D93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58701"/>
            <a:ext cx="2552792" cy="380358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CFD9C092-104A-8F98-77FC-5B3F19FC2290}"/>
              </a:ext>
            </a:extLst>
          </p:cNvPr>
          <p:cNvSpPr txBox="1"/>
          <p:nvPr/>
        </p:nvSpPr>
        <p:spPr>
          <a:xfrm>
            <a:off x="638634" y="898665"/>
            <a:ext cx="260429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 err="1"/>
              <a:t>Example</a:t>
            </a:r>
            <a:r>
              <a:rPr lang="de-DE" sz="4400" dirty="0"/>
              <a:t>:</a:t>
            </a:r>
          </a:p>
          <a:p>
            <a:r>
              <a:rPr lang="de-DE" sz="4400" dirty="0"/>
              <a:t>Retail Features</a:t>
            </a:r>
          </a:p>
        </p:txBody>
      </p:sp>
    </p:spTree>
    <p:extLst>
      <p:ext uri="{BB962C8B-B14F-4D97-AF65-F5344CB8AC3E}">
        <p14:creationId xmlns:p14="http://schemas.microsoft.com/office/powerpoint/2010/main" val="3244583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FA7B5C-0B9D-9D41-A773-244A0E82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Time-Series Validation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6779A8-933F-8035-2A8F-A48538EAB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avoid</a:t>
            </a:r>
            <a:r>
              <a:rPr lang="de-DE" dirty="0"/>
              <a:t> time–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leakage</a:t>
            </a:r>
            <a:r>
              <a:rPr lang="de-DE" dirty="0"/>
              <a:t>: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past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at </a:t>
            </a:r>
            <a:r>
              <a:rPr lang="de-DE" dirty="0" err="1"/>
              <a:t>prediction</a:t>
            </a:r>
            <a:r>
              <a:rPr lang="de-DE" dirty="0"/>
              <a:t> time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train</a:t>
            </a:r>
            <a:r>
              <a:rPr lang="de-DE" dirty="0"/>
              <a:t>-test </a:t>
            </a:r>
            <a:r>
              <a:rPr lang="de-DE" dirty="0" err="1"/>
              <a:t>splits</a:t>
            </a:r>
            <a:r>
              <a:rPr lang="de-DE" dirty="0"/>
              <a:t> in time: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68E60E8-3E54-D30A-7FAC-277896269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3918" y="3431210"/>
            <a:ext cx="7195226" cy="1749037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D574E0FD-C2D8-C304-4096-F91C5CBB84BC}"/>
              </a:ext>
            </a:extLst>
          </p:cNvPr>
          <p:cNvSpPr txBox="1"/>
          <p:nvPr/>
        </p:nvSpPr>
        <p:spPr>
          <a:xfrm>
            <a:off x="838200" y="4090284"/>
            <a:ext cx="2479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b="1" dirty="0">
                <a:solidFill>
                  <a:schemeClr val="accent1">
                    <a:lumMod val="50000"/>
                  </a:schemeClr>
                </a:solidFill>
                <a:latin typeface="AccordAlternate" panose="02000000000000000000" pitchFamily="50" charset="0"/>
              </a:rPr>
              <a:t>c</a:t>
            </a:r>
            <a:r>
              <a:rPr lang="en-DE" sz="2200" b="1" dirty="0">
                <a:solidFill>
                  <a:schemeClr val="accent1">
                    <a:lumMod val="50000"/>
                  </a:schemeClr>
                </a:solidFill>
                <a:latin typeface="AccordAlternate" panose="02000000000000000000" pitchFamily="50" charset="0"/>
              </a:rPr>
              <a:t>ross-validation</a:t>
            </a:r>
            <a:r>
              <a:rPr lang="en-GB" sz="2200" b="1" dirty="0">
                <a:solidFill>
                  <a:schemeClr val="accent1">
                    <a:lumMod val="50000"/>
                  </a:schemeClr>
                </a:solidFill>
                <a:latin typeface="AccordAlternate" panose="02000000000000000000" pitchFamily="50" charset="0"/>
              </a:rPr>
              <a:t>:</a:t>
            </a:r>
            <a:endParaRPr lang="en-US" sz="2200" b="1" dirty="0">
              <a:solidFill>
                <a:schemeClr val="accent1">
                  <a:lumMod val="50000"/>
                </a:schemeClr>
              </a:solidFill>
              <a:latin typeface="AccordAlternate" panose="02000000000000000000" pitchFamily="50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2FA511-F45C-AF86-D966-DAAF71A9A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644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024AA8-AEE0-107B-6BF6-F1D6E0C05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Evaluation </a:t>
            </a:r>
            <a:r>
              <a:rPr lang="de-DE" dirty="0" err="1"/>
              <a:t>of</a:t>
            </a:r>
            <a:r>
              <a:rPr lang="de-DE" dirty="0"/>
              <a:t> Forecasts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F54E58-AD8C-B45F-C46A-ED15594E4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dirty="0" err="1"/>
              <a:t>goal</a:t>
            </a:r>
            <a:r>
              <a:rPr lang="de-DE" dirty="0"/>
              <a:t>: </a:t>
            </a:r>
            <a:r>
              <a:rPr lang="de-DE" dirty="0" err="1"/>
              <a:t>assess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well</a:t>
            </a:r>
            <a:r>
              <a:rPr lang="de-DE" dirty="0"/>
              <a:t> a </a:t>
            </a:r>
            <a:r>
              <a:rPr lang="de-DE" dirty="0" err="1"/>
              <a:t>forecasting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predicts</a:t>
            </a:r>
            <a:r>
              <a:rPr lang="de-DE" dirty="0"/>
              <a:t> </a:t>
            </a:r>
            <a:r>
              <a:rPr lang="de-DE" dirty="0" err="1"/>
              <a:t>unseen</a:t>
            </a:r>
            <a:r>
              <a:rPr lang="de-DE" dirty="0"/>
              <a:t> </a:t>
            </a:r>
            <a:r>
              <a:rPr lang="de-DE" dirty="0" err="1"/>
              <a:t>future</a:t>
            </a:r>
            <a:r>
              <a:rPr lang="de-DE" dirty="0"/>
              <a:t> </a:t>
            </a:r>
            <a:r>
              <a:rPr lang="de-DE" dirty="0" err="1"/>
              <a:t>values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choose</a:t>
            </a:r>
            <a:r>
              <a:rPr lang="de-DE" dirty="0"/>
              <a:t> an </a:t>
            </a:r>
            <a:r>
              <a:rPr lang="de-DE" dirty="0" err="1"/>
              <a:t>appropriate</a:t>
            </a:r>
            <a:r>
              <a:rPr lang="de-DE" dirty="0"/>
              <a:t> </a:t>
            </a:r>
            <a:r>
              <a:rPr lang="de-DE" dirty="0" err="1"/>
              <a:t>error</a:t>
            </a:r>
            <a:r>
              <a:rPr lang="de-DE" dirty="0"/>
              <a:t> </a:t>
            </a:r>
            <a:r>
              <a:rPr lang="de-DE" dirty="0" err="1"/>
              <a:t>metric</a:t>
            </a:r>
            <a:r>
              <a:rPr lang="de-DE" dirty="0"/>
              <a:t>, </a:t>
            </a:r>
            <a:r>
              <a:rPr lang="de-DE" dirty="0" err="1"/>
              <a:t>aggregated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an </a:t>
            </a:r>
            <a:r>
              <a:rPr lang="de-DE" dirty="0" err="1"/>
              <a:t>evaluation</a:t>
            </a:r>
            <a:r>
              <a:rPr lang="de-DE" dirty="0"/>
              <a:t> </a:t>
            </a:r>
            <a:r>
              <a:rPr lang="de-DE" dirty="0" err="1"/>
              <a:t>period</a:t>
            </a:r>
            <a:r>
              <a:rPr lang="de-DE" dirty="0"/>
              <a:t>: MAE, RMSE, MAPE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important</a:t>
            </a:r>
            <a:r>
              <a:rPr lang="de-DE" dirty="0"/>
              <a:t> design </a:t>
            </a:r>
            <a:r>
              <a:rPr lang="de-DE" dirty="0" err="1"/>
              <a:t>choice</a:t>
            </a:r>
            <a:r>
              <a:rPr lang="de-DE" dirty="0"/>
              <a:t>: 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period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evaluate</a:t>
            </a:r>
            <a:r>
              <a:rPr lang="de-DE" dirty="0"/>
              <a:t> on?</a:t>
            </a:r>
          </a:p>
          <a:p>
            <a:r>
              <a:rPr lang="de-DE" dirty="0" err="1"/>
              <a:t>single</a:t>
            </a:r>
            <a:r>
              <a:rPr lang="de-DE" dirty="0"/>
              <a:t> </a:t>
            </a:r>
            <a:r>
              <a:rPr lang="de-DE" dirty="0" err="1"/>
              <a:t>holdout</a:t>
            </a:r>
            <a:r>
              <a:rPr lang="de-DE" dirty="0"/>
              <a:t> </a:t>
            </a:r>
            <a:r>
              <a:rPr lang="de-DE" dirty="0" err="1"/>
              <a:t>period</a:t>
            </a:r>
            <a:r>
              <a:rPr lang="de-DE" dirty="0"/>
              <a:t>: final 20%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series</a:t>
            </a:r>
            <a:endParaRPr lang="de-DE" dirty="0"/>
          </a:p>
          <a:p>
            <a:r>
              <a:rPr lang="de-DE" dirty="0" err="1"/>
              <a:t>rolling</a:t>
            </a:r>
            <a:r>
              <a:rPr lang="de-DE" dirty="0"/>
              <a:t> </a:t>
            </a:r>
            <a:r>
              <a:rPr lang="de-DE" dirty="0" err="1"/>
              <a:t>evaluation</a:t>
            </a:r>
            <a:r>
              <a:rPr lang="de-DE" dirty="0"/>
              <a:t>: </a:t>
            </a:r>
            <a:r>
              <a:rPr lang="de-DE" dirty="0" err="1"/>
              <a:t>repeated</a:t>
            </a:r>
            <a:r>
              <a:rPr lang="de-DE" dirty="0"/>
              <a:t> </a:t>
            </a:r>
            <a:r>
              <a:rPr lang="de-DE" dirty="0" err="1"/>
              <a:t>forecasts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multiple </a:t>
            </a:r>
            <a:r>
              <a:rPr lang="de-DE" dirty="0" err="1"/>
              <a:t>future</a:t>
            </a:r>
            <a:r>
              <a:rPr lang="de-DE" dirty="0"/>
              <a:t> </a:t>
            </a:r>
            <a:r>
              <a:rPr lang="de-DE" dirty="0" err="1"/>
              <a:t>windows</a:t>
            </a:r>
            <a:endParaRPr lang="de-DE" dirty="0"/>
          </a:p>
          <a:p>
            <a:r>
              <a:rPr lang="de-DE" dirty="0" err="1"/>
              <a:t>forecast</a:t>
            </a:r>
            <a:r>
              <a:rPr lang="de-DE" dirty="0"/>
              <a:t> </a:t>
            </a:r>
            <a:r>
              <a:rPr lang="de-DE" dirty="0" err="1"/>
              <a:t>horizon-specific</a:t>
            </a:r>
            <a:r>
              <a:rPr lang="de-DE" dirty="0"/>
              <a:t> </a:t>
            </a:r>
            <a:r>
              <a:rPr lang="de-DE" dirty="0" err="1"/>
              <a:t>evaluation</a:t>
            </a:r>
            <a:r>
              <a:rPr lang="de-DE" dirty="0"/>
              <a:t>: 1-step, 5-step, 12-step </a:t>
            </a:r>
            <a:r>
              <a:rPr lang="de-DE" dirty="0" err="1"/>
              <a:t>ahead</a:t>
            </a:r>
            <a:r>
              <a:rPr lang="de-DE" dirty="0"/>
              <a:t> </a:t>
            </a:r>
            <a:r>
              <a:rPr lang="de-DE" dirty="0" err="1"/>
              <a:t>errors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A586B19-8501-1891-67F0-454120B99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3263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477756-B47F-6F9E-91C1-E543C6A6C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Baseline Forecasts / Naive Models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2794F9-DC7B-3856-A846-55EA6A556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beating</a:t>
            </a:r>
            <a:r>
              <a:rPr lang="de-DE" dirty="0"/>
              <a:t> naive </a:t>
            </a:r>
            <a:r>
              <a:rPr lang="de-DE" dirty="0" err="1"/>
              <a:t>baselines</a:t>
            </a:r>
            <a:r>
              <a:rPr lang="de-DE" dirty="0"/>
              <a:t> </a:t>
            </a:r>
            <a:r>
              <a:rPr lang="de-DE" dirty="0" err="1"/>
              <a:t>matters</a:t>
            </a:r>
            <a:r>
              <a:rPr lang="de-DE" dirty="0"/>
              <a:t> in </a:t>
            </a:r>
            <a:r>
              <a:rPr lang="de-DE" dirty="0" err="1"/>
              <a:t>practice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examples</a:t>
            </a:r>
            <a:r>
              <a:rPr lang="de-DE" dirty="0"/>
              <a:t>:</a:t>
            </a:r>
          </a:p>
          <a:p>
            <a:r>
              <a:rPr lang="de-DE" dirty="0"/>
              <a:t>last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forecast</a:t>
            </a:r>
            <a:endParaRPr lang="de-DE" dirty="0"/>
          </a:p>
          <a:p>
            <a:r>
              <a:rPr lang="de-DE" dirty="0" err="1"/>
              <a:t>seasonal</a:t>
            </a:r>
            <a:r>
              <a:rPr lang="de-DE" dirty="0"/>
              <a:t> naive </a:t>
            </a:r>
            <a:r>
              <a:rPr lang="de-DE" dirty="0" err="1"/>
              <a:t>forecast</a:t>
            </a:r>
            <a:endParaRPr lang="de-DE" dirty="0"/>
          </a:p>
          <a:p>
            <a:r>
              <a:rPr lang="de-DE" dirty="0" err="1"/>
              <a:t>moving</a:t>
            </a:r>
            <a:r>
              <a:rPr lang="de-DE" dirty="0"/>
              <a:t> </a:t>
            </a:r>
            <a:r>
              <a:rPr lang="de-DE" dirty="0" err="1"/>
              <a:t>average</a:t>
            </a:r>
            <a:r>
              <a:rPr lang="de-DE" dirty="0"/>
              <a:t> </a:t>
            </a:r>
            <a:r>
              <a:rPr lang="de-DE" dirty="0" err="1"/>
              <a:t>baseline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0733D95-0DB1-3D05-9760-361FEE0B7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464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109800-7C45-C216-FAE4-3BD84E1A9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NY bridges bicycles count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6ECF50-B174-099A-2257-A1AF3E2DF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1315"/>
            <a:ext cx="5852172" cy="43891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F8222E-91A9-D216-6F5F-38505B5D3B12}"/>
              </a:ext>
            </a:extLst>
          </p:cNvPr>
          <p:cNvSpPr txBox="1"/>
          <p:nvPr/>
        </p:nvSpPr>
        <p:spPr>
          <a:xfrm>
            <a:off x="1505126" y="1760255"/>
            <a:ext cx="642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total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132EA9-BA60-1EE8-E859-BBA4D0AA0B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7077" y="0"/>
            <a:ext cx="3274923" cy="24561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EEB7D1-AA26-4A43-9E5B-31B96E0E53C1}"/>
              </a:ext>
            </a:extLst>
          </p:cNvPr>
          <p:cNvSpPr txBox="1"/>
          <p:nvPr/>
        </p:nvSpPr>
        <p:spPr>
          <a:xfrm>
            <a:off x="10492025" y="2451985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Brooklyn bridge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0F33D03-58EC-CEEE-5AED-923EBB18F5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172" y="1434625"/>
            <a:ext cx="3274923" cy="24561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9D928D7-ED88-A855-D56B-FDC05BB6B5A9}"/>
              </a:ext>
            </a:extLst>
          </p:cNvPr>
          <p:cNvSpPr txBox="1"/>
          <p:nvPr/>
        </p:nvSpPr>
        <p:spPr>
          <a:xfrm>
            <a:off x="6919225" y="1157689"/>
            <a:ext cx="1935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Manhattan bridge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7A5FA2-18FE-F6FC-A3DD-2B6C1A8598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4563" y="3032052"/>
            <a:ext cx="3274924" cy="245619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78DCD76-4406-705D-090D-8895E7C9198B}"/>
              </a:ext>
            </a:extLst>
          </p:cNvPr>
          <p:cNvSpPr txBox="1"/>
          <p:nvPr/>
        </p:nvSpPr>
        <p:spPr>
          <a:xfrm>
            <a:off x="10101363" y="5488245"/>
            <a:ext cx="2090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Queensboro bridge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F67DAC4-0AD7-B4B1-47EA-D607898059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171" y="4373416"/>
            <a:ext cx="3274924" cy="245619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BA939EA-09B0-9462-E9EC-7FC2C80449D1}"/>
              </a:ext>
            </a:extLst>
          </p:cNvPr>
          <p:cNvSpPr txBox="1"/>
          <p:nvPr/>
        </p:nvSpPr>
        <p:spPr>
          <a:xfrm>
            <a:off x="6096000" y="4075482"/>
            <a:ext cx="2163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Williamsburg bridge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A3BE64-0CD1-B16D-7CEB-8F276FB73A75}"/>
              </a:ext>
            </a:extLst>
          </p:cNvPr>
          <p:cNvSpPr txBox="1"/>
          <p:nvPr/>
        </p:nvSpPr>
        <p:spPr>
          <a:xfrm>
            <a:off x="923615" y="3989321"/>
            <a:ext cx="74571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off by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~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10%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330AA02-C258-CD7D-94C5-11E12D103EAA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1210733" y="2709706"/>
            <a:ext cx="85741" cy="1279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06749D8-887F-B555-1384-E422D3CF6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7354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109800-7C45-C216-FAE4-3BD84E1A9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Store sales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566DBF-7FE4-91A2-6386-560F12AF0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9788"/>
            <a:ext cx="5852172" cy="43891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DE3380-A38C-9BAC-CC8D-078A37155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067" y="1"/>
            <a:ext cx="3437466" cy="2578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A3CEA7-9D61-F839-7E97-39C448DF93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172" y="2417236"/>
            <a:ext cx="3437467" cy="2578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FE8623-C184-7586-5F5D-281014118D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066" y="4279900"/>
            <a:ext cx="3437467" cy="2578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4B0CF72-CAA3-AA93-AAEC-42F0B5CD0D24}"/>
              </a:ext>
            </a:extLst>
          </p:cNvPr>
          <p:cNvSpPr txBox="1"/>
          <p:nvPr/>
        </p:nvSpPr>
        <p:spPr>
          <a:xfrm>
            <a:off x="10476380" y="3928978"/>
            <a:ext cx="811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meats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14E6B4-85A4-B6A9-014D-5CFFE20003F9}"/>
              </a:ext>
            </a:extLst>
          </p:cNvPr>
          <p:cNvSpPr txBox="1"/>
          <p:nvPr/>
        </p:nvSpPr>
        <p:spPr>
          <a:xfrm>
            <a:off x="6640728" y="2043669"/>
            <a:ext cx="1879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liquor, wine, beer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99C5E-3DC0-A079-4D56-50AB990ACED4}"/>
              </a:ext>
            </a:extLst>
          </p:cNvPr>
          <p:cNvSpPr txBox="1"/>
          <p:nvPr/>
        </p:nvSpPr>
        <p:spPr>
          <a:xfrm>
            <a:off x="11077513" y="2413001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eggs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F379C0-D92D-3B22-2855-B0BCFEDC4A42}"/>
              </a:ext>
            </a:extLst>
          </p:cNvPr>
          <p:cNvSpPr txBox="1"/>
          <p:nvPr/>
        </p:nvSpPr>
        <p:spPr>
          <a:xfrm>
            <a:off x="1505126" y="1781519"/>
            <a:ext cx="642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total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C83DB9-FF51-5C94-8CBC-1D8B04D3F538}"/>
              </a:ext>
            </a:extLst>
          </p:cNvPr>
          <p:cNvSpPr txBox="1"/>
          <p:nvPr/>
        </p:nvSpPr>
        <p:spPr>
          <a:xfrm>
            <a:off x="2858087" y="3820354"/>
            <a:ext cx="76912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off by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~40%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B8D743A-EB73-E33F-65C4-B98A1044973D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627208" y="4143520"/>
            <a:ext cx="1038223" cy="1512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04C804F-F685-12F1-1AE4-D91C534D7F04}"/>
              </a:ext>
            </a:extLst>
          </p:cNvPr>
          <p:cNvSpPr txBox="1"/>
          <p:nvPr/>
        </p:nvSpPr>
        <p:spPr>
          <a:xfrm>
            <a:off x="838200" y="3820354"/>
            <a:ext cx="74571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off by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~10%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A658281-CADB-C1AB-E6A0-29A6946CDEBB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211059" y="4466685"/>
            <a:ext cx="863274" cy="1263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990345A-A2FC-C91B-F8F4-1EB02CF7C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360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230D6-4638-B5C0-7823-886945383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Uncertainty increases with forecast horizon.</a:t>
            </a:r>
          </a:p>
        </p:txBody>
      </p:sp>
      <p:pic>
        <p:nvPicPr>
          <p:cNvPr id="5" name="Picture 4" descr="A graph showing a curve&#10;&#10;Description automatically generated with medium confidence">
            <a:extLst>
              <a:ext uri="{FF2B5EF4-FFF2-40B4-BE49-F238E27FC236}">
                <a16:creationId xmlns:a16="http://schemas.microsoft.com/office/drawing/2014/main" id="{EFA118BF-1883-1AE3-A6B5-F320D3C91B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431" y="1315717"/>
            <a:ext cx="9237138" cy="55422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163BD9-FC9D-9577-754A-0DB91910C37C}"/>
              </a:ext>
            </a:extLst>
          </p:cNvPr>
          <p:cNvSpPr txBox="1"/>
          <p:nvPr/>
        </p:nvSpPr>
        <p:spPr>
          <a:xfrm>
            <a:off x="2599268" y="2065628"/>
            <a:ext cx="20705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Nvidia stock prices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AA0230F-F6CE-7F82-D8DE-F889B2341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47203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D0095-C5C7-13A7-ADD6-27D517C2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Y</a:t>
            </a:r>
            <a:r>
              <a:rPr lang="en-GB" dirty="0" err="1"/>
              <a:t>ou</a:t>
            </a:r>
            <a:r>
              <a:rPr lang="en-GB" dirty="0"/>
              <a:t> can predict effects of foreseeable events.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06E714B-18B7-11C3-14B5-57A96A5FA054}"/>
              </a:ext>
            </a:extLst>
          </p:cNvPr>
          <p:cNvGrpSpPr/>
          <p:nvPr/>
        </p:nvGrpSpPr>
        <p:grpSpPr>
          <a:xfrm>
            <a:off x="2950634" y="1649844"/>
            <a:ext cx="6290732" cy="5124954"/>
            <a:chOff x="-32163" y="2511519"/>
            <a:chExt cx="4776792" cy="351763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406D58B-A602-EB45-89DD-178B5CA1D4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596" t="5038" r="2582" b="15865"/>
            <a:stretch/>
          </p:blipFill>
          <p:spPr>
            <a:xfrm>
              <a:off x="261793" y="2511519"/>
              <a:ext cx="4482836" cy="351763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E256AFC-6784-63F2-221F-F2CAF57350EE}"/>
                </a:ext>
              </a:extLst>
            </p:cNvPr>
            <p:cNvSpPr txBox="1"/>
            <p:nvPr/>
          </p:nvSpPr>
          <p:spPr>
            <a:xfrm rot="16200000">
              <a:off x="-704984" y="3974267"/>
              <a:ext cx="1687273" cy="341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Summed Units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3F933-37EB-C8C9-0B49-36FE42127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45721" y="2617453"/>
              <a:ext cx="1658199" cy="374799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DBB3819-550A-1449-81E3-A8CD2921A393}"/>
              </a:ext>
            </a:extLst>
          </p:cNvPr>
          <p:cNvSpPr txBox="1"/>
          <p:nvPr/>
        </p:nvSpPr>
        <p:spPr>
          <a:xfrm>
            <a:off x="6482955" y="3105834"/>
            <a:ext cx="1843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  <a:r>
              <a:rPr kumimoji="0" lang="en-DE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romotions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(price reductions)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58736C6-66A5-79B3-00CB-B0C4ECBED9DF}"/>
              </a:ext>
            </a:extLst>
          </p:cNvPr>
          <p:cNvCxnSpPr>
            <a:stCxn id="9" idx="2"/>
          </p:cNvCxnSpPr>
          <p:nvPr/>
        </p:nvCxnSpPr>
        <p:spPr>
          <a:xfrm flipH="1">
            <a:off x="4978400" y="3752165"/>
            <a:ext cx="2426538" cy="21999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42E74AC-EBE5-EBAA-676E-ABC59CA71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4518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473E0-2C08-943B-3AA5-5D0C07FBB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But you cannot predict effects of unforeseeable events.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DCB70F-C52B-6078-F33C-F6D8741B9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785" y="1286933"/>
            <a:ext cx="7126429" cy="557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45BA462-5783-58BB-52E8-BA38664C5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63959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82324-CE57-4CE6-FEF9-50E747350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DE" dirty="0"/>
              <a:t>Temporal Confounding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55B54-E9AB-8C70-657B-A214D682B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auto-correlation often only spurious: common causes at consecutive times</a:t>
            </a:r>
          </a:p>
          <a:p>
            <a:pPr marL="0" indent="0">
              <a:buNone/>
            </a:pPr>
            <a:r>
              <a:rPr lang="en-GB" sz="2400" dirty="0">
                <a:sym typeface="Wingdings" panose="05000000000000000000" pitchFamily="2" charset="2"/>
              </a:rPr>
              <a:t> </a:t>
            </a:r>
            <a:r>
              <a:rPr lang="en-GB" sz="2400" dirty="0"/>
              <a:t>no direct causal effects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advantages of </a:t>
            </a:r>
            <a:r>
              <a:rPr lang="en-DE" sz="2400" dirty="0"/>
              <a:t>learning direct causal effects from exogenous information</a:t>
            </a:r>
            <a:r>
              <a:rPr lang="en-GB" sz="2400" dirty="0"/>
              <a:t> instead of confounded auto-correlation:</a:t>
            </a:r>
          </a:p>
          <a:p>
            <a:r>
              <a:rPr lang="en-GB" sz="2400" dirty="0"/>
              <a:t>e</a:t>
            </a:r>
            <a:r>
              <a:rPr lang="en-DE" sz="2400" dirty="0"/>
              <a:t>xplainability</a:t>
            </a:r>
            <a:endParaRPr lang="en-GB" sz="2400" dirty="0"/>
          </a:p>
          <a:p>
            <a:r>
              <a:rPr lang="en-DE" sz="2400" dirty="0"/>
              <a:t>long-term forecasting</a:t>
            </a:r>
            <a:endParaRPr lang="en-GB" sz="2400" dirty="0"/>
          </a:p>
          <a:p>
            <a:r>
              <a:rPr lang="en-GB" sz="2400" dirty="0"/>
              <a:t>predictability of r</a:t>
            </a:r>
            <a:r>
              <a:rPr lang="en-DE" sz="2400" dirty="0"/>
              <a:t>are events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A2B48-7C85-CD10-8C2B-E64B70045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26886-2117-0949-B8A5-D47461AC229C}" type="slidenum">
              <a:rPr lang="en-DE" smtClean="0"/>
              <a:t>29</a:t>
            </a:fld>
            <a:endParaRPr lang="en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4AAE7F-6610-0306-5A70-6EDC89A1B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281" y="2219824"/>
            <a:ext cx="2259227" cy="17814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204A30-3195-923A-0444-BC02357770E1}"/>
              </a:ext>
            </a:extLst>
          </p:cNvPr>
          <p:cNvSpPr txBox="1"/>
          <p:nvPr/>
        </p:nvSpPr>
        <p:spPr>
          <a:xfrm>
            <a:off x="6664410" y="2594923"/>
            <a:ext cx="4689389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specific lags such as day of week can be interpreted both ways</a:t>
            </a:r>
          </a:p>
        </p:txBody>
      </p:sp>
    </p:spTree>
    <p:extLst>
      <p:ext uri="{BB962C8B-B14F-4D97-AF65-F5344CB8AC3E}">
        <p14:creationId xmlns:p14="http://schemas.microsoft.com/office/powerpoint/2010/main" val="36260000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A3E1BB-0DA0-C62B-983D-34FBE926E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Beware of (Spurious) Auto-Correlation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13D30D-594E-53C3-0DC0-7C70B0D58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Most </a:t>
            </a:r>
            <a:r>
              <a:rPr lang="en-DE"/>
              <a:t>forecasting methods rely on</a:t>
            </a:r>
            <a:r>
              <a:rPr lang="de-DE" dirty="0"/>
              <a:t> </a:t>
            </a:r>
            <a:r>
              <a:rPr lang="de-DE" dirty="0" err="1"/>
              <a:t>lagged</a:t>
            </a:r>
            <a:r>
              <a:rPr lang="de-DE" dirty="0"/>
              <a:t> </a:t>
            </a:r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information</a:t>
            </a:r>
            <a:r>
              <a:rPr lang="de-DE" dirty="0"/>
              <a:t>.</a:t>
            </a:r>
          </a:p>
          <a:p>
            <a:pPr marL="342900" indent="-342900"/>
            <a:r>
              <a:rPr lang="de-DE" dirty="0"/>
              <a:t>univariate time </a:t>
            </a:r>
            <a:r>
              <a:rPr lang="de-DE" dirty="0" err="1"/>
              <a:t>series</a:t>
            </a:r>
            <a:r>
              <a:rPr lang="de-DE" dirty="0"/>
              <a:t> </a:t>
            </a:r>
            <a:r>
              <a:rPr lang="de-DE" dirty="0" err="1"/>
              <a:t>methods</a:t>
            </a:r>
            <a:endParaRPr lang="de-DE" dirty="0"/>
          </a:p>
          <a:p>
            <a:pPr marL="342900" indent="-342900"/>
            <a:r>
              <a:rPr lang="de-DE" dirty="0" err="1"/>
              <a:t>exponential</a:t>
            </a:r>
            <a:r>
              <a:rPr lang="de-DE" dirty="0"/>
              <a:t> </a:t>
            </a:r>
            <a:r>
              <a:rPr lang="de-DE" dirty="0" err="1"/>
              <a:t>smoothing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 in ML </a:t>
            </a:r>
            <a:r>
              <a:rPr lang="de-DE" dirty="0" err="1"/>
              <a:t>model</a:t>
            </a:r>
            <a:endParaRPr lang="de-DE" dirty="0"/>
          </a:p>
          <a:p>
            <a:pPr marL="342900" indent="-342900"/>
            <a:r>
              <a:rPr lang="de-DE" dirty="0" err="1"/>
              <a:t>sequence</a:t>
            </a:r>
            <a:r>
              <a:rPr lang="de-DE" dirty="0"/>
              <a:t> </a:t>
            </a:r>
            <a:r>
              <a:rPr lang="de-DE" dirty="0" err="1"/>
              <a:t>modeling</a:t>
            </a:r>
            <a:r>
              <a:rPr lang="de-DE" dirty="0"/>
              <a:t> in </a:t>
            </a:r>
            <a:r>
              <a:rPr lang="de-DE" dirty="0" err="1"/>
              <a:t>deep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(e.g., </a:t>
            </a:r>
            <a:r>
              <a:rPr lang="de-DE" dirty="0" err="1"/>
              <a:t>recurrent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)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 err="1">
                <a:sym typeface="Wingdings" pitchFamily="2" charset="2"/>
              </a:rPr>
              <a:t>However</a:t>
            </a:r>
            <a:r>
              <a:rPr lang="de-DE" dirty="0">
                <a:sym typeface="Wingdings" pitchFamily="2" charset="2"/>
              </a:rPr>
              <a:t>, </a:t>
            </a:r>
            <a:r>
              <a:rPr lang="de-DE" dirty="0" err="1">
                <a:sym typeface="Wingdings" pitchFamily="2" charset="2"/>
              </a:rPr>
              <a:t>this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makes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learning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of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exogenous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effects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much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harder</a:t>
            </a:r>
            <a:r>
              <a:rPr lang="de-DE" dirty="0">
                <a:sym typeface="Wingdings" pitchFamily="2" charset="2"/>
              </a:rPr>
              <a:t>.</a:t>
            </a:r>
          </a:p>
          <a:p>
            <a:pPr marL="342900" indent="-342900"/>
            <a:r>
              <a:rPr lang="de-DE" dirty="0" err="1">
                <a:sym typeface="Wingdings" pitchFamily="2" charset="2"/>
              </a:rPr>
              <a:t>already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blended</a:t>
            </a:r>
            <a:r>
              <a:rPr lang="de-DE" dirty="0">
                <a:sym typeface="Wingdings" pitchFamily="2" charset="2"/>
              </a:rPr>
              <a:t> in </a:t>
            </a:r>
            <a:r>
              <a:rPr lang="de-DE" dirty="0" err="1">
                <a:sym typeface="Wingdings" pitchFamily="2" charset="2"/>
              </a:rPr>
              <a:t>target</a:t>
            </a:r>
            <a:r>
              <a:rPr lang="de-DE" dirty="0">
                <a:sym typeface="Wingdings" pitchFamily="2" charset="2"/>
              </a:rPr>
              <a:t> auto-</a:t>
            </a:r>
            <a:r>
              <a:rPr lang="de-DE" dirty="0" err="1">
                <a:sym typeface="Wingdings" pitchFamily="2" charset="2"/>
              </a:rPr>
              <a:t>correlation</a:t>
            </a:r>
            <a:endParaRPr lang="de-DE" dirty="0">
              <a:sym typeface="Wingdings" pitchFamily="2" charset="2"/>
            </a:endParaRPr>
          </a:p>
          <a:p>
            <a:pPr marL="342900" indent="-342900"/>
            <a:r>
              <a:rPr lang="de-DE" dirty="0" err="1">
                <a:sym typeface="Wingdings" pitchFamily="2" charset="2"/>
              </a:rPr>
              <a:t>delayed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effects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of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short-lived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structures</a:t>
            </a:r>
            <a:r>
              <a:rPr lang="de-DE" dirty="0">
                <a:sym typeface="Wingdings" pitchFamily="2" charset="2"/>
              </a:rPr>
              <a:t>/</a:t>
            </a:r>
            <a:r>
              <a:rPr lang="de-DE" dirty="0" err="1">
                <a:sym typeface="Wingdings" pitchFamily="2" charset="2"/>
              </a:rPr>
              <a:t>trends</a:t>
            </a:r>
            <a:endParaRPr lang="en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2EEBA8-E6A2-4771-F25D-E39DBDA3E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30</a:t>
            </a:fld>
            <a:endParaRPr lang="en-GB"/>
          </a:p>
        </p:txBody>
      </p:sp>
      <p:grpSp>
        <p:nvGrpSpPr>
          <p:cNvPr id="5" name="Group 10">
            <a:extLst>
              <a:ext uri="{FF2B5EF4-FFF2-40B4-BE49-F238E27FC236}">
                <a16:creationId xmlns:a16="http://schemas.microsoft.com/office/drawing/2014/main" id="{CCECCA1B-40BC-69B7-42A7-9513720CF478}"/>
              </a:ext>
            </a:extLst>
          </p:cNvPr>
          <p:cNvGrpSpPr/>
          <p:nvPr/>
        </p:nvGrpSpPr>
        <p:grpSpPr>
          <a:xfrm>
            <a:off x="6933736" y="2919283"/>
            <a:ext cx="4170731" cy="3703262"/>
            <a:chOff x="7666735" y="3343269"/>
            <a:chExt cx="4170731" cy="3703262"/>
          </a:xfrm>
        </p:grpSpPr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5EF6CD9E-FEA9-3F35-838F-34B06689A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66735" y="3446531"/>
              <a:ext cx="4170731" cy="3600000"/>
            </a:xfrm>
            <a:prstGeom prst="rect">
              <a:avLst/>
            </a:prstGeom>
          </p:spPr>
        </p:pic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D207522-8971-9B07-57BF-99453920720B}"/>
                </a:ext>
              </a:extLst>
            </p:cNvPr>
            <p:cNvSpPr txBox="1"/>
            <p:nvPr/>
          </p:nvSpPr>
          <p:spPr>
            <a:xfrm>
              <a:off x="8117134" y="3343269"/>
              <a:ext cx="3020122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DE" sz="1200" dirty="0"/>
                <a:t>one product group summed over all locations</a:t>
              </a:r>
            </a:p>
          </p:txBody>
        </p:sp>
      </p:grpSp>
      <p:sp>
        <p:nvSpPr>
          <p:cNvPr id="8" name="TextBox 4">
            <a:extLst>
              <a:ext uri="{FF2B5EF4-FFF2-40B4-BE49-F238E27FC236}">
                <a16:creationId xmlns:a16="http://schemas.microsoft.com/office/drawing/2014/main" id="{FAF67EDA-AA37-FA86-0170-DDFE8883A925}"/>
              </a:ext>
            </a:extLst>
          </p:cNvPr>
          <p:cNvSpPr txBox="1"/>
          <p:nvPr/>
        </p:nvSpPr>
        <p:spPr>
          <a:xfrm>
            <a:off x="7953746" y="4399845"/>
            <a:ext cx="94045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500" dirty="0"/>
              <a:t>COVID-19</a:t>
            </a:r>
          </a:p>
        </p:txBody>
      </p:sp>
      <p:grpSp>
        <p:nvGrpSpPr>
          <p:cNvPr id="9" name="Group 11">
            <a:extLst>
              <a:ext uri="{FF2B5EF4-FFF2-40B4-BE49-F238E27FC236}">
                <a16:creationId xmlns:a16="http://schemas.microsoft.com/office/drawing/2014/main" id="{CC066883-EBAC-B90B-ADF1-B5C127F123A5}"/>
              </a:ext>
            </a:extLst>
          </p:cNvPr>
          <p:cNvGrpSpPr/>
          <p:nvPr/>
        </p:nvGrpSpPr>
        <p:grpSpPr>
          <a:xfrm>
            <a:off x="4974657" y="5196771"/>
            <a:ext cx="1935892" cy="1524704"/>
            <a:chOff x="261793" y="2511519"/>
            <a:chExt cx="4482836" cy="3517637"/>
          </a:xfrm>
        </p:grpSpPr>
        <p:pic>
          <p:nvPicPr>
            <p:cNvPr id="10" name="Picture 12">
              <a:extLst>
                <a:ext uri="{FF2B5EF4-FFF2-40B4-BE49-F238E27FC236}">
                  <a16:creationId xmlns:a16="http://schemas.microsoft.com/office/drawing/2014/main" id="{CADC99C1-A2A0-E8AD-8F25-64DB98C345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596" t="5038" r="2582" b="15865"/>
            <a:stretch/>
          </p:blipFill>
          <p:spPr>
            <a:xfrm>
              <a:off x="261793" y="2511519"/>
              <a:ext cx="4482836" cy="3517637"/>
            </a:xfrm>
            <a:prstGeom prst="rect">
              <a:avLst/>
            </a:prstGeom>
          </p:spPr>
        </p:pic>
        <p:pic>
          <p:nvPicPr>
            <p:cNvPr id="11" name="Picture 14">
              <a:extLst>
                <a:ext uri="{FF2B5EF4-FFF2-40B4-BE49-F238E27FC236}">
                  <a16:creationId xmlns:a16="http://schemas.microsoft.com/office/drawing/2014/main" id="{F7D79D1C-A4D0-066B-23F9-47C8B2356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45721" y="2617453"/>
              <a:ext cx="1658199" cy="374799"/>
            </a:xfrm>
            <a:prstGeom prst="rect">
              <a:avLst/>
            </a:prstGeom>
          </p:spPr>
        </p:pic>
      </p:grpSp>
      <p:sp>
        <p:nvSpPr>
          <p:cNvPr id="12" name="TextBox 15">
            <a:extLst>
              <a:ext uri="{FF2B5EF4-FFF2-40B4-BE49-F238E27FC236}">
                <a16:creationId xmlns:a16="http://schemas.microsoft.com/office/drawing/2014/main" id="{A313F9F8-73F7-0119-0E2B-AA56E440B0C8}"/>
              </a:ext>
            </a:extLst>
          </p:cNvPr>
          <p:cNvSpPr txBox="1"/>
          <p:nvPr/>
        </p:nvSpPr>
        <p:spPr>
          <a:xfrm>
            <a:off x="5477517" y="5445476"/>
            <a:ext cx="900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</a:t>
            </a:r>
            <a:r>
              <a:rPr lang="en-DE" dirty="0"/>
              <a:t>ifficult</a:t>
            </a:r>
          </a:p>
        </p:txBody>
      </p:sp>
      <p:pic>
        <p:nvPicPr>
          <p:cNvPr id="13" name="Picture 25">
            <a:extLst>
              <a:ext uri="{FF2B5EF4-FFF2-40B4-BE49-F238E27FC236}">
                <a16:creationId xmlns:a16="http://schemas.microsoft.com/office/drawing/2014/main" id="{EB1B90E8-BF6E-9B98-0AAD-6526C69459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5242" y="4570429"/>
            <a:ext cx="2613101" cy="6564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54609251-367A-5AC4-04F1-77415B368C07}"/>
              </a:ext>
            </a:extLst>
          </p:cNvPr>
          <p:cNvSpPr txBox="1"/>
          <p:nvPr/>
        </p:nvSpPr>
        <p:spPr>
          <a:xfrm>
            <a:off x="6378085" y="1690688"/>
            <a:ext cx="572576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0" dirty="0">
                <a:sym typeface="Wingdings" pitchFamily="2" charset="2"/>
              </a:rPr>
              <a:t> s</a:t>
            </a:r>
            <a:r>
              <a:rPr lang="en-DE" sz="2200" b="0">
                <a:sym typeface="Wingdings" pitchFamily="2" charset="2"/>
              </a:rPr>
              <a:t>imple solution: </a:t>
            </a:r>
            <a:r>
              <a:rPr lang="en-DE" sz="2200">
                <a:sym typeface="Wingdings" pitchFamily="2" charset="2"/>
              </a:rPr>
              <a:t>no use of target auto</a:t>
            </a:r>
            <a:r>
              <a:rPr lang="en-GB" sz="2200" dirty="0">
                <a:sym typeface="Wingdings" pitchFamily="2" charset="2"/>
              </a:rPr>
              <a:t>-</a:t>
            </a:r>
            <a:r>
              <a:rPr lang="en-DE" sz="2200">
                <a:sym typeface="Wingdings" pitchFamily="2" charset="2"/>
              </a:rPr>
              <a:t>correlation in ML model</a:t>
            </a:r>
            <a:r>
              <a:rPr lang="de-DE" sz="2200" dirty="0">
                <a:sym typeface="Wingdings" pitchFamily="2" charset="2"/>
              </a:rPr>
              <a:t>, </a:t>
            </a:r>
            <a:r>
              <a:rPr lang="en-DE" sz="2200" b="0">
                <a:sym typeface="Wingdings" pitchFamily="2" charset="2"/>
              </a:rPr>
              <a:t>but subsequent </a:t>
            </a:r>
            <a:r>
              <a:rPr lang="en-DE" sz="2200">
                <a:sym typeface="Wingdings" pitchFamily="2" charset="2"/>
              </a:rPr>
              <a:t>residual correction </a:t>
            </a:r>
            <a:r>
              <a:rPr lang="en-DE" sz="2200" b="0">
                <a:sym typeface="Wingdings" pitchFamily="2" charset="2"/>
              </a:rPr>
              <a:t>to capture missing trends</a:t>
            </a:r>
            <a:endParaRPr lang="en-DE" sz="2200" b="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656667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755214-F4AB-B4A3-D218-7125EC0E7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1211466"/>
          </a:xfrm>
        </p:spPr>
        <p:txBody>
          <a:bodyPr/>
          <a:lstStyle/>
          <a:p>
            <a:r>
              <a:rPr lang="en-GB" dirty="0"/>
              <a:t>Deep Learning Methods for Sequential Data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B633F3-BACE-5C81-B16F-2174DF266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31</a:t>
            </a:fld>
            <a:endParaRPr lang="en-GB"/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BEF61BC9-E098-C36C-54F9-01353DF1B4B4}"/>
              </a:ext>
            </a:extLst>
          </p:cNvPr>
          <p:cNvSpPr txBox="1"/>
          <p:nvPr/>
        </p:nvSpPr>
        <p:spPr>
          <a:xfrm>
            <a:off x="8358316" y="2167087"/>
            <a:ext cx="3561835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transformers</a:t>
            </a:r>
            <a:endParaRPr lang="en-GB" dirty="0"/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main application NLP (largely replaced RNNs), but also computer vision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time series data as directed graph (attention in edges)</a:t>
            </a:r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masked self-attention to focus on relevant past time steps</a:t>
            </a:r>
            <a:r>
              <a:rPr lang="en-GB" dirty="0">
                <a:sym typeface="Wingdings" panose="05000000000000000000" pitchFamily="2" charset="2"/>
              </a:rPr>
              <a:t> and positional encoding to include order of sequence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multivariate time series model via input concatenation</a:t>
            </a:r>
            <a:endParaRPr lang="en-GB" dirty="0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A2E3D8AC-860F-753F-6D07-5A1A7C99D049}"/>
              </a:ext>
            </a:extLst>
          </p:cNvPr>
          <p:cNvSpPr txBox="1"/>
          <p:nvPr/>
        </p:nvSpPr>
        <p:spPr>
          <a:xfrm>
            <a:off x="4514335" y="2166968"/>
            <a:ext cx="3643184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recurrent neural networks (RNN)</a:t>
            </a:r>
            <a:endParaRPr lang="en-GB" dirty="0"/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main application natural language processing (NLP): sequence of words (tokens)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time series data as time-tagged stream</a:t>
            </a:r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parameter sharing via recurrent nodes </a:t>
            </a:r>
            <a:r>
              <a:rPr lang="en-GB" dirty="0">
                <a:sym typeface="Wingdings" panose="05000000000000000000" pitchFamily="2" charset="2"/>
              </a:rPr>
              <a:t> context-awareness (input from past activations)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variable-length time series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multivariate time series model via more input nodes</a:t>
            </a:r>
            <a:endParaRPr lang="en-GB" dirty="0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1703A7CC-7C53-BA6F-5461-43E31C659C45}"/>
              </a:ext>
            </a:extLst>
          </p:cNvPr>
          <p:cNvSpPr txBox="1"/>
          <p:nvPr/>
        </p:nvSpPr>
        <p:spPr>
          <a:xfrm>
            <a:off x="271849" y="2178988"/>
            <a:ext cx="4041689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convolutional neural networks (CNN)</a:t>
            </a:r>
            <a:endParaRPr lang="en-GB" dirty="0"/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main application computer vision: images correspond to regular 2D grids of data (pixels)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time series data as 1D grid at regular time intervals</a:t>
            </a:r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parameter sharing via convolutions (and pooling) </a:t>
            </a:r>
            <a:r>
              <a:rPr lang="en-GB" dirty="0">
                <a:sym typeface="Wingdings" panose="05000000000000000000" pitchFamily="2" charset="2"/>
              </a:rPr>
              <a:t> highly regularized feed-forward networks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fixed time window (kernel)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multivariate time series model via different input channels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90177408-7417-E9F5-9CB7-FC51948E81C1}"/>
              </a:ext>
            </a:extLst>
          </p:cNvPr>
          <p:cNvSpPr txBox="1"/>
          <p:nvPr/>
        </p:nvSpPr>
        <p:spPr>
          <a:xfrm>
            <a:off x="271848" y="1177870"/>
            <a:ext cx="116483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ym typeface="Wingdings" panose="05000000000000000000" pitchFamily="2" charset="2"/>
              </a:rPr>
              <a:t></a:t>
            </a:r>
            <a:r>
              <a:rPr lang="en-GB" sz="2400" dirty="0"/>
              <a:t> direct inclusion of auto-correlation in ML model</a:t>
            </a:r>
          </a:p>
          <a:p>
            <a:pPr algn="ctr"/>
            <a:r>
              <a:rPr lang="en-GB" dirty="0"/>
              <a:t>(but beware: </a:t>
            </a:r>
            <a:r>
              <a:rPr lang="de-DE" dirty="0" err="1"/>
              <a:t>autocorrelation</a:t>
            </a:r>
            <a:r>
              <a:rPr lang="de-DE" dirty="0"/>
              <a:t> </a:t>
            </a:r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reflects</a:t>
            </a:r>
            <a:r>
              <a:rPr lang="de-DE" dirty="0"/>
              <a:t> latent/</a:t>
            </a:r>
            <a:r>
              <a:rPr lang="de-DE" dirty="0" err="1"/>
              <a:t>exogenous</a:t>
            </a:r>
            <a:r>
              <a:rPr lang="de-DE" dirty="0"/>
              <a:t> </a:t>
            </a:r>
            <a:r>
              <a:rPr lang="de-DE" dirty="0" err="1"/>
              <a:t>drivers</a:t>
            </a:r>
            <a:r>
              <a:rPr lang="de-DE" dirty="0"/>
              <a:t> </a:t>
            </a:r>
            <a:r>
              <a:rPr lang="de-DE" dirty="0" err="1"/>
              <a:t>rather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direct</a:t>
            </a:r>
            <a:r>
              <a:rPr lang="de-DE" dirty="0"/>
              <a:t> temporal </a:t>
            </a:r>
            <a:r>
              <a:rPr lang="de-DE" dirty="0" err="1"/>
              <a:t>causation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848077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39D2D69-9C2A-D12D-0F2F-25D47483B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Multi-</a:t>
            </a:r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Forecasting</a:t>
            </a:r>
            <a:r>
              <a:rPr lang="de-DE" dirty="0"/>
              <a:t> </a:t>
            </a:r>
            <a:r>
              <a:rPr lang="de-DE" dirty="0" err="1"/>
              <a:t>Strategies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13A18DD-180B-B21A-BF22-C3207B014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recursive</a:t>
            </a:r>
            <a:r>
              <a:rPr lang="de-DE" dirty="0"/>
              <a:t> </a:t>
            </a:r>
            <a:r>
              <a:rPr lang="de-DE" dirty="0" err="1"/>
              <a:t>forecasting</a:t>
            </a:r>
            <a:r>
              <a:rPr lang="de-DE" dirty="0"/>
              <a:t> (</a:t>
            </a:r>
            <a:r>
              <a:rPr lang="de-DE" dirty="0" err="1"/>
              <a:t>feed</a:t>
            </a:r>
            <a:r>
              <a:rPr lang="de-DE" dirty="0"/>
              <a:t> </a:t>
            </a:r>
            <a:r>
              <a:rPr lang="de-DE" dirty="0" err="1"/>
              <a:t>predictions</a:t>
            </a:r>
            <a:r>
              <a:rPr lang="de-DE" dirty="0"/>
              <a:t> back)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forecasting</a:t>
            </a:r>
            <a:r>
              <a:rPr lang="de-DE" dirty="0"/>
              <a:t> (</a:t>
            </a:r>
            <a:r>
              <a:rPr lang="de-DE" dirty="0" err="1"/>
              <a:t>train</a:t>
            </a:r>
            <a:r>
              <a:rPr lang="de-DE" dirty="0"/>
              <a:t> separate </a:t>
            </a:r>
            <a:r>
              <a:rPr lang="de-DE" dirty="0" err="1"/>
              <a:t>horizon-ahead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multi-output </a:t>
            </a:r>
            <a:r>
              <a:rPr lang="de-DE" dirty="0" err="1"/>
              <a:t>forecasting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55B088C-20E5-29E6-5FF6-82B17FC8F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81885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682B9B-A679-2B7F-5C0D-5FEDCAC34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Anomaly</a:t>
            </a:r>
            <a:r>
              <a:rPr lang="de-DE" dirty="0"/>
              <a:t> </a:t>
            </a:r>
            <a:r>
              <a:rPr lang="de-DE" dirty="0" err="1"/>
              <a:t>Detection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30909F-144C-585E-19FD-4F654B361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3078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dirty="0" err="1"/>
              <a:t>goal</a:t>
            </a:r>
            <a:r>
              <a:rPr lang="de-DE" dirty="0"/>
              <a:t>: </a:t>
            </a:r>
            <a:r>
              <a:rPr lang="de-DE" dirty="0" err="1"/>
              <a:t>identify</a:t>
            </a:r>
            <a:r>
              <a:rPr lang="de-DE" dirty="0"/>
              <a:t> </a:t>
            </a:r>
            <a:r>
              <a:rPr lang="de-DE" dirty="0" err="1"/>
              <a:t>observations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deviate</a:t>
            </a:r>
            <a:r>
              <a:rPr lang="de-DE" dirty="0"/>
              <a:t> </a:t>
            </a:r>
            <a:r>
              <a:rPr lang="de-DE" dirty="0" err="1"/>
              <a:t>significantly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expected</a:t>
            </a:r>
            <a:r>
              <a:rPr lang="de-DE" dirty="0"/>
              <a:t> (temporal) </a:t>
            </a:r>
            <a:r>
              <a:rPr lang="de-DE" dirty="0" err="1"/>
              <a:t>behavior</a:t>
            </a:r>
            <a:endParaRPr lang="de-DE" dirty="0"/>
          </a:p>
          <a:p>
            <a:r>
              <a:rPr lang="de-DE" dirty="0" err="1"/>
              <a:t>detect</a:t>
            </a:r>
            <a:r>
              <a:rPr lang="de-DE" dirty="0"/>
              <a:t> </a:t>
            </a:r>
            <a:r>
              <a:rPr lang="de-DE" dirty="0" err="1"/>
              <a:t>failures</a:t>
            </a:r>
            <a:r>
              <a:rPr lang="de-DE" dirty="0"/>
              <a:t>, </a:t>
            </a:r>
            <a:r>
              <a:rPr lang="de-DE" dirty="0" err="1"/>
              <a:t>fraud</a:t>
            </a:r>
            <a:r>
              <a:rPr lang="de-DE" dirty="0"/>
              <a:t>, </a:t>
            </a:r>
            <a:r>
              <a:rPr lang="de-DE" dirty="0" err="1"/>
              <a:t>or</a:t>
            </a:r>
            <a:r>
              <a:rPr lang="de-DE" dirty="0"/>
              <a:t> abnormal </a:t>
            </a:r>
            <a:r>
              <a:rPr lang="de-DE" dirty="0" err="1"/>
              <a:t>events</a:t>
            </a:r>
            <a:endParaRPr lang="de-DE" dirty="0"/>
          </a:p>
          <a:p>
            <a:r>
              <a:rPr lang="de-DE" dirty="0" err="1"/>
              <a:t>enable</a:t>
            </a:r>
            <a:r>
              <a:rPr lang="de-DE" dirty="0"/>
              <a:t> </a:t>
            </a:r>
            <a:r>
              <a:rPr lang="de-DE" dirty="0" err="1"/>
              <a:t>early</a:t>
            </a:r>
            <a:r>
              <a:rPr lang="de-DE" dirty="0"/>
              <a:t> </a:t>
            </a:r>
            <a:r>
              <a:rPr lang="de-DE" dirty="0" err="1"/>
              <a:t>warning</a:t>
            </a:r>
            <a:r>
              <a:rPr lang="de-DE" dirty="0"/>
              <a:t> </a:t>
            </a:r>
            <a:r>
              <a:rPr lang="de-DE" dirty="0" err="1"/>
              <a:t>systems</a:t>
            </a:r>
            <a:endParaRPr lang="de-DE" dirty="0"/>
          </a:p>
          <a:p>
            <a:r>
              <a:rPr lang="de-DE" dirty="0" err="1"/>
              <a:t>improve</a:t>
            </a:r>
            <a:r>
              <a:rPr lang="de-DE" dirty="0"/>
              <a:t> </a:t>
            </a:r>
            <a:r>
              <a:rPr lang="de-DE" dirty="0" err="1"/>
              <a:t>monitoring</a:t>
            </a:r>
            <a:r>
              <a:rPr lang="de-DE" dirty="0"/>
              <a:t> and </a:t>
            </a:r>
            <a:r>
              <a:rPr lang="de-DE" dirty="0" err="1"/>
              <a:t>forecasting</a:t>
            </a:r>
            <a:r>
              <a:rPr lang="de-DE" dirty="0"/>
              <a:t> </a:t>
            </a:r>
            <a:r>
              <a:rPr lang="de-DE" dirty="0" err="1"/>
              <a:t>robustness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different </a:t>
            </a:r>
            <a:r>
              <a:rPr lang="de-DE" dirty="0" err="1"/>
              <a:t>types</a:t>
            </a:r>
            <a:r>
              <a:rPr lang="de-DE" dirty="0"/>
              <a:t>:</a:t>
            </a:r>
          </a:p>
          <a:p>
            <a:r>
              <a:rPr lang="de-DE" dirty="0" err="1"/>
              <a:t>point</a:t>
            </a:r>
            <a:r>
              <a:rPr lang="de-DE" dirty="0"/>
              <a:t> </a:t>
            </a:r>
            <a:r>
              <a:rPr lang="de-DE" dirty="0" err="1"/>
              <a:t>anomalies</a:t>
            </a:r>
            <a:r>
              <a:rPr lang="de-DE" dirty="0"/>
              <a:t>: </a:t>
            </a:r>
            <a:r>
              <a:rPr lang="de-DE" dirty="0" err="1"/>
              <a:t>single</a:t>
            </a:r>
            <a:r>
              <a:rPr lang="de-DE" dirty="0"/>
              <a:t> </a:t>
            </a:r>
            <a:r>
              <a:rPr lang="de-DE" dirty="0" err="1"/>
              <a:t>observations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strongly</a:t>
            </a:r>
            <a:r>
              <a:rPr lang="de-DE" dirty="0"/>
              <a:t> </a:t>
            </a:r>
            <a:r>
              <a:rPr lang="de-DE" dirty="0" err="1"/>
              <a:t>differ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normal </a:t>
            </a:r>
            <a:r>
              <a:rPr lang="de-DE" dirty="0" err="1"/>
              <a:t>values</a:t>
            </a:r>
            <a:r>
              <a:rPr lang="de-DE" dirty="0"/>
              <a:t> (e.g., </a:t>
            </a:r>
            <a:r>
              <a:rPr lang="de-DE" dirty="0" err="1"/>
              <a:t>sudden</a:t>
            </a:r>
            <a:r>
              <a:rPr lang="de-DE" dirty="0"/>
              <a:t> </a:t>
            </a:r>
            <a:r>
              <a:rPr lang="de-DE" dirty="0" err="1"/>
              <a:t>spike</a:t>
            </a:r>
            <a:r>
              <a:rPr lang="de-DE" dirty="0"/>
              <a:t> in </a:t>
            </a:r>
            <a:r>
              <a:rPr lang="de-DE" dirty="0" err="1"/>
              <a:t>server</a:t>
            </a:r>
            <a:r>
              <a:rPr lang="de-DE" dirty="0"/>
              <a:t> CPU </a:t>
            </a:r>
            <a:r>
              <a:rPr lang="de-DE" dirty="0" err="1"/>
              <a:t>usage</a:t>
            </a:r>
            <a:r>
              <a:rPr lang="de-DE" dirty="0"/>
              <a:t>)</a:t>
            </a:r>
          </a:p>
          <a:p>
            <a:r>
              <a:rPr lang="de-DE" dirty="0" err="1"/>
              <a:t>contextual</a:t>
            </a:r>
            <a:r>
              <a:rPr lang="de-DE" dirty="0"/>
              <a:t> </a:t>
            </a:r>
            <a:r>
              <a:rPr lang="de-DE" dirty="0" err="1"/>
              <a:t>anomalies</a:t>
            </a:r>
            <a:r>
              <a:rPr lang="de-DE" dirty="0"/>
              <a:t>: abnormal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within</a:t>
            </a:r>
            <a:r>
              <a:rPr lang="de-DE" dirty="0"/>
              <a:t> a </a:t>
            </a:r>
            <a:r>
              <a:rPr lang="de-DE" dirty="0" err="1"/>
              <a:t>specific</a:t>
            </a:r>
            <a:r>
              <a:rPr lang="de-DE" dirty="0"/>
              <a:t> temporal </a:t>
            </a:r>
            <a:r>
              <a:rPr lang="de-DE" dirty="0" err="1"/>
              <a:t>context</a:t>
            </a:r>
            <a:r>
              <a:rPr lang="de-DE" dirty="0"/>
              <a:t> (e.g., high </a:t>
            </a:r>
            <a:r>
              <a:rPr lang="de-DE" dirty="0" err="1"/>
              <a:t>electricity</a:t>
            </a:r>
            <a:r>
              <a:rPr lang="de-DE" dirty="0"/>
              <a:t> </a:t>
            </a:r>
            <a:r>
              <a:rPr lang="de-DE" dirty="0" err="1"/>
              <a:t>demand</a:t>
            </a:r>
            <a:r>
              <a:rPr lang="de-DE" dirty="0"/>
              <a:t> at 3 AM)</a:t>
            </a:r>
          </a:p>
          <a:p>
            <a:r>
              <a:rPr lang="de-DE" dirty="0" err="1"/>
              <a:t>collective</a:t>
            </a:r>
            <a:r>
              <a:rPr lang="de-DE" dirty="0"/>
              <a:t> </a:t>
            </a:r>
            <a:r>
              <a:rPr lang="de-DE" dirty="0" err="1"/>
              <a:t>anomalies</a:t>
            </a:r>
            <a:r>
              <a:rPr lang="de-DE" dirty="0"/>
              <a:t>: a </a:t>
            </a:r>
            <a:r>
              <a:rPr lang="de-DE" dirty="0" err="1"/>
              <a:t>sequence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observations</a:t>
            </a:r>
            <a:r>
              <a:rPr lang="de-DE" dirty="0"/>
              <a:t> </a:t>
            </a:r>
            <a:r>
              <a:rPr lang="de-DE" dirty="0" err="1"/>
              <a:t>forms</a:t>
            </a:r>
            <a:r>
              <a:rPr lang="de-DE" dirty="0"/>
              <a:t> an </a:t>
            </a:r>
            <a:r>
              <a:rPr lang="de-DE" dirty="0" err="1"/>
              <a:t>unusual</a:t>
            </a:r>
            <a:r>
              <a:rPr lang="de-DE" dirty="0"/>
              <a:t> </a:t>
            </a:r>
            <a:r>
              <a:rPr lang="de-DE" dirty="0" err="1"/>
              <a:t>pattern</a:t>
            </a:r>
            <a:r>
              <a:rPr lang="de-DE" dirty="0"/>
              <a:t> (e.g., gradual </a:t>
            </a:r>
            <a:r>
              <a:rPr lang="de-DE" dirty="0" err="1"/>
              <a:t>sensor</a:t>
            </a:r>
            <a:r>
              <a:rPr lang="de-DE" dirty="0"/>
              <a:t> </a:t>
            </a:r>
            <a:r>
              <a:rPr lang="de-DE" dirty="0" err="1"/>
              <a:t>drift</a:t>
            </a:r>
            <a:r>
              <a:rPr lang="de-DE" dirty="0"/>
              <a:t> </a:t>
            </a:r>
            <a:r>
              <a:rPr lang="de-DE" dirty="0" err="1"/>
              <a:t>before</a:t>
            </a:r>
            <a:r>
              <a:rPr lang="de-DE" dirty="0"/>
              <a:t> </a:t>
            </a:r>
            <a:r>
              <a:rPr lang="de-DE" dirty="0" err="1"/>
              <a:t>equipment</a:t>
            </a:r>
            <a:r>
              <a:rPr lang="de-DE" dirty="0"/>
              <a:t> </a:t>
            </a:r>
            <a:r>
              <a:rPr lang="de-DE" dirty="0" err="1"/>
              <a:t>failure</a:t>
            </a:r>
            <a:r>
              <a:rPr lang="de-DE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661B4E1-8837-BAF4-A204-0C203294A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33</a:t>
            </a:fld>
            <a:endParaRPr lang="en-GB"/>
          </a:p>
        </p:txBody>
      </p:sp>
      <p:pic>
        <p:nvPicPr>
          <p:cNvPr id="6" name="Grafik 5" descr="Anomaly Detection with LSTM Autoencoders in Time Series Data Analysis">
            <a:extLst>
              <a:ext uri="{FF2B5EF4-FFF2-40B4-BE49-F238E27FC236}">
                <a16:creationId xmlns:a16="http://schemas.microsoft.com/office/drawing/2014/main" id="{CCBB652D-0BF7-B393-9E1D-C2AAC0BB9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321" y="2064413"/>
            <a:ext cx="4193800" cy="221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5930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C07480-3C60-9A34-B30B-64F0F9643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Anomaly</a:t>
            </a:r>
            <a:r>
              <a:rPr lang="de-DE" dirty="0"/>
              <a:t> </a:t>
            </a:r>
            <a:r>
              <a:rPr lang="de-DE" dirty="0" err="1"/>
              <a:t>Detection</a:t>
            </a:r>
            <a:r>
              <a:rPr lang="de-DE" dirty="0"/>
              <a:t> </a:t>
            </a:r>
            <a:r>
              <a:rPr lang="de-DE" dirty="0" err="1"/>
              <a:t>Approaches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259081-8A15-87E9-4312-DA0F91F88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dirty="0" err="1"/>
              <a:t>methods</a:t>
            </a:r>
            <a:r>
              <a:rPr lang="de-DE" dirty="0"/>
              <a:t>:</a:t>
            </a:r>
          </a:p>
          <a:p>
            <a:r>
              <a:rPr lang="de-DE" dirty="0" err="1"/>
              <a:t>statistical</a:t>
            </a:r>
            <a:r>
              <a:rPr lang="de-DE" dirty="0"/>
              <a:t>: </a:t>
            </a:r>
            <a:r>
              <a:rPr lang="de-DE" dirty="0" err="1"/>
              <a:t>thresholds</a:t>
            </a:r>
            <a:r>
              <a:rPr lang="de-DE" dirty="0"/>
              <a:t>/Z-score, </a:t>
            </a:r>
            <a:r>
              <a:rPr lang="de-DE" dirty="0" err="1"/>
              <a:t>seasonal</a:t>
            </a:r>
            <a:r>
              <a:rPr lang="de-DE" dirty="0"/>
              <a:t> </a:t>
            </a:r>
            <a:r>
              <a:rPr lang="de-DE" dirty="0" err="1"/>
              <a:t>decomposition</a:t>
            </a:r>
            <a:r>
              <a:rPr lang="de-DE" dirty="0"/>
              <a:t> + </a:t>
            </a:r>
            <a:r>
              <a:rPr lang="de-DE" dirty="0" err="1"/>
              <a:t>residuals</a:t>
            </a:r>
            <a:endParaRPr lang="de-DE" dirty="0"/>
          </a:p>
          <a:p>
            <a:r>
              <a:rPr lang="de-DE" dirty="0" err="1"/>
              <a:t>forecasting</a:t>
            </a:r>
            <a:r>
              <a:rPr lang="de-DE" dirty="0"/>
              <a:t> </a:t>
            </a:r>
            <a:r>
              <a:rPr lang="de-DE" dirty="0" err="1"/>
              <a:t>error</a:t>
            </a:r>
            <a:r>
              <a:rPr lang="de-DE" dirty="0"/>
              <a:t> : ARIMA , LSTM</a:t>
            </a:r>
          </a:p>
          <a:p>
            <a:r>
              <a:rPr lang="de-DE" dirty="0" err="1"/>
              <a:t>reconstruction</a:t>
            </a:r>
            <a:r>
              <a:rPr lang="de-DE" dirty="0"/>
              <a:t> </a:t>
            </a:r>
            <a:r>
              <a:rPr lang="de-DE" dirty="0" err="1"/>
              <a:t>error</a:t>
            </a:r>
            <a:r>
              <a:rPr lang="de-DE" dirty="0"/>
              <a:t> : (CNN) </a:t>
            </a:r>
            <a:r>
              <a:rPr lang="de-DE" dirty="0" err="1"/>
              <a:t>autoencoder</a:t>
            </a:r>
            <a:endParaRPr lang="de-DE" dirty="0"/>
          </a:p>
          <a:p>
            <a:r>
              <a:rPr lang="de-DE" dirty="0"/>
              <a:t>feature-</a:t>
            </a:r>
            <a:r>
              <a:rPr lang="de-DE" dirty="0" err="1"/>
              <a:t>based</a:t>
            </a:r>
            <a:r>
              <a:rPr lang="de-DE" dirty="0"/>
              <a:t> ML: </a:t>
            </a:r>
            <a:r>
              <a:rPr lang="de-DE" dirty="0" err="1"/>
              <a:t>isolation</a:t>
            </a:r>
            <a:r>
              <a:rPr lang="de-DE" dirty="0"/>
              <a:t> </a:t>
            </a:r>
            <a:r>
              <a:rPr lang="de-DE" dirty="0" err="1"/>
              <a:t>forest</a:t>
            </a:r>
            <a:r>
              <a:rPr lang="de-DE" dirty="0"/>
              <a:t>, </a:t>
            </a:r>
            <a:r>
              <a:rPr lang="de-DE" dirty="0" err="1"/>
              <a:t>one-class</a:t>
            </a:r>
            <a:r>
              <a:rPr lang="de-DE" dirty="0"/>
              <a:t> SVM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workflow</a:t>
            </a:r>
            <a:r>
              <a:rPr lang="de-DE" dirty="0"/>
              <a:t>:</a:t>
            </a:r>
          </a:p>
          <a:p>
            <a:r>
              <a:rPr lang="de-DE" dirty="0" err="1"/>
              <a:t>preprocess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: handle </a:t>
            </a:r>
            <a:r>
              <a:rPr lang="de-DE" dirty="0" err="1"/>
              <a:t>missing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, </a:t>
            </a:r>
            <a:r>
              <a:rPr lang="de-DE" dirty="0" err="1"/>
              <a:t>detrend</a:t>
            </a:r>
            <a:r>
              <a:rPr lang="de-DE" dirty="0"/>
              <a:t>, </a:t>
            </a:r>
            <a:r>
              <a:rPr lang="de-DE" dirty="0" err="1"/>
              <a:t>deseasonalize</a:t>
            </a:r>
            <a:endParaRPr lang="de-DE" dirty="0"/>
          </a:p>
          <a:p>
            <a:r>
              <a:rPr lang="de-DE" dirty="0" err="1"/>
              <a:t>model</a:t>
            </a:r>
            <a:r>
              <a:rPr lang="de-DE" dirty="0"/>
              <a:t> normal </a:t>
            </a:r>
            <a:r>
              <a:rPr lang="de-DE" dirty="0" err="1"/>
              <a:t>behavior</a:t>
            </a:r>
            <a:r>
              <a:rPr lang="de-DE" dirty="0"/>
              <a:t>: </a:t>
            </a:r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expected</a:t>
            </a:r>
            <a:r>
              <a:rPr lang="de-DE" dirty="0"/>
              <a:t> temporal </a:t>
            </a:r>
            <a:r>
              <a:rPr lang="de-DE" dirty="0" err="1"/>
              <a:t>patterns</a:t>
            </a:r>
            <a:endParaRPr lang="de-DE" dirty="0"/>
          </a:p>
          <a:p>
            <a:r>
              <a:rPr lang="de-DE" dirty="0" err="1"/>
              <a:t>compute</a:t>
            </a:r>
            <a:r>
              <a:rPr lang="de-DE" dirty="0"/>
              <a:t> </a:t>
            </a:r>
            <a:r>
              <a:rPr lang="de-DE" dirty="0" err="1"/>
              <a:t>anomaly</a:t>
            </a:r>
            <a:r>
              <a:rPr lang="de-DE" dirty="0"/>
              <a:t> score: </a:t>
            </a:r>
            <a:r>
              <a:rPr lang="de-DE" dirty="0" err="1"/>
              <a:t>measure</a:t>
            </a:r>
            <a:r>
              <a:rPr lang="de-DE" dirty="0"/>
              <a:t> </a:t>
            </a:r>
            <a:r>
              <a:rPr lang="de-DE" dirty="0" err="1"/>
              <a:t>deviation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expected</a:t>
            </a:r>
            <a:r>
              <a:rPr lang="de-DE" dirty="0"/>
              <a:t> </a:t>
            </a:r>
            <a:r>
              <a:rPr lang="de-DE" dirty="0" err="1"/>
              <a:t>behavior</a:t>
            </a:r>
            <a:endParaRPr lang="de-DE" dirty="0"/>
          </a:p>
          <a:p>
            <a:r>
              <a:rPr lang="de-DE" dirty="0" err="1"/>
              <a:t>flag</a:t>
            </a:r>
            <a:r>
              <a:rPr lang="de-DE" dirty="0"/>
              <a:t> </a:t>
            </a:r>
            <a:r>
              <a:rPr lang="de-DE" dirty="0" err="1"/>
              <a:t>anomalies</a:t>
            </a:r>
            <a:r>
              <a:rPr lang="de-DE" dirty="0"/>
              <a:t>: </a:t>
            </a:r>
            <a:r>
              <a:rPr lang="de-DE" dirty="0" err="1"/>
              <a:t>apply</a:t>
            </a:r>
            <a:r>
              <a:rPr lang="de-DE" dirty="0"/>
              <a:t> </a:t>
            </a:r>
            <a:r>
              <a:rPr lang="de-DE" dirty="0" err="1"/>
              <a:t>thresholds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ranking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B436CB-A72F-5DDF-53DC-A0B669253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392C1-03C4-44BA-9267-8F9A2DA09A60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22275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1630</Words>
  <Application>Microsoft Macintosh PowerPoint</Application>
  <PresentationFormat>Breitbild</PresentationFormat>
  <Paragraphs>297</Paragraphs>
  <Slides>34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34</vt:i4>
      </vt:variant>
    </vt:vector>
  </HeadingPairs>
  <TitlesOfParts>
    <vt:vector size="44" baseType="lpstr">
      <vt:lpstr>AccordAlternate</vt:lpstr>
      <vt:lpstr>Aptos</vt:lpstr>
      <vt:lpstr>Aptos Display</vt:lpstr>
      <vt:lpstr>Arial</vt:lpstr>
      <vt:lpstr>Calibri</vt:lpstr>
      <vt:lpstr>Cambria Math</vt:lpstr>
      <vt:lpstr>Courier</vt:lpstr>
      <vt:lpstr>Wingdings</vt:lpstr>
      <vt:lpstr>1_Office Theme</vt:lpstr>
      <vt:lpstr>2_Office Theme</vt:lpstr>
      <vt:lpstr>Time Series</vt:lpstr>
      <vt:lpstr>Time Series</vt:lpstr>
      <vt:lpstr>Temporal Dependence</vt:lpstr>
      <vt:lpstr>Sampling Frequencies</vt:lpstr>
      <vt:lpstr>Example: Forecasting</vt:lpstr>
      <vt:lpstr>PowerPoint-Präsentation</vt:lpstr>
      <vt:lpstr>Statistical Patterns</vt:lpstr>
      <vt:lpstr>Autocorrelation (ACF) and Partial Autocorrelation (PACF)</vt:lpstr>
      <vt:lpstr>ARMA</vt:lpstr>
      <vt:lpstr>ARIMA</vt:lpstr>
      <vt:lpstr>Stationarity</vt:lpstr>
      <vt:lpstr>Types of Time Series Forecasting Information</vt:lpstr>
      <vt:lpstr>ML-based Forecasting</vt:lpstr>
      <vt:lpstr>Feature Engineering for Time Series</vt:lpstr>
      <vt:lpstr>Lag Features &amp; Rolling Statistics</vt:lpstr>
      <vt:lpstr>Exponential Smoothing</vt:lpstr>
      <vt:lpstr>Trend &amp; Seasonality</vt:lpstr>
      <vt:lpstr>Demand Forecasting with ML</vt:lpstr>
      <vt:lpstr>You can decrease uncertainty by looking at similar time series</vt:lpstr>
      <vt:lpstr>PowerPoint-Präsentation</vt:lpstr>
      <vt:lpstr>Time-Series Validation</vt:lpstr>
      <vt:lpstr>Evaluation of Forecasts</vt:lpstr>
      <vt:lpstr>Baseline Forecasts / Naive Models</vt:lpstr>
      <vt:lpstr>NY bridges bicycles count</vt:lpstr>
      <vt:lpstr>Store sales</vt:lpstr>
      <vt:lpstr>Uncertainty increases with forecast horizon.</vt:lpstr>
      <vt:lpstr>You can predict effects of foreseeable events.</vt:lpstr>
      <vt:lpstr>But you cannot predict effects of unforeseeable events.</vt:lpstr>
      <vt:lpstr>Temporal Confounding</vt:lpstr>
      <vt:lpstr>Beware of (Spurious) Auto-Correlation</vt:lpstr>
      <vt:lpstr>Deep Learning Methods for Sequential Data</vt:lpstr>
      <vt:lpstr>Multi-Step Forecasting Strategies</vt:lpstr>
      <vt:lpstr>Anomaly Detection</vt:lpstr>
      <vt:lpstr>Anomaly Detection Approaches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 Forecasting</dc:title>
  <dc:creator>Felix Wick</dc:creator>
  <cp:lastModifiedBy>Felix Wick</cp:lastModifiedBy>
  <cp:revision>340</cp:revision>
  <dcterms:created xsi:type="dcterms:W3CDTF">2022-07-11T13:02:20Z</dcterms:created>
  <dcterms:modified xsi:type="dcterms:W3CDTF">2026-06-04T07:20:18Z</dcterms:modified>
</cp:coreProperties>
</file>